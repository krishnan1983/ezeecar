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1" r:id="rId4"/>
  </p:sldMasterIdLst>
  <p:notesMasterIdLst>
    <p:notesMasterId r:id="rId19"/>
  </p:notesMasterIdLst>
  <p:sldIdLst>
    <p:sldId id="389" r:id="rId5"/>
    <p:sldId id="388" r:id="rId6"/>
    <p:sldId id="401" r:id="rId7"/>
    <p:sldId id="402" r:id="rId8"/>
    <p:sldId id="403" r:id="rId9"/>
    <p:sldId id="406" r:id="rId10"/>
    <p:sldId id="399" r:id="rId11"/>
    <p:sldId id="398" r:id="rId12"/>
    <p:sldId id="397" r:id="rId13"/>
    <p:sldId id="396" r:id="rId14"/>
    <p:sldId id="400" r:id="rId15"/>
    <p:sldId id="404" r:id="rId16"/>
    <p:sldId id="405" r:id="rId17"/>
    <p:sldId id="279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  <a:srgbClr val="F79443"/>
    <a:srgbClr val="FF99CC"/>
    <a:srgbClr val="1C1C1C"/>
    <a:srgbClr val="5A5A5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706" autoAdjust="0"/>
    <p:restoredTop sz="97101" autoAdjust="0"/>
  </p:normalViewPr>
  <p:slideViewPr>
    <p:cSldViewPr snapToGrid="0" showGuides="1">
      <p:cViewPr>
        <p:scale>
          <a:sx n="80" d="100"/>
          <a:sy n="80" d="100"/>
        </p:scale>
        <p:origin x="-1474" y="-1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926DF9-1E2F-4D1A-AB2E-4220BC358120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CD5955E-4BAE-4E06-9C0E-9039E1569FFB}">
      <dgm:prSet phldrT="[Text]" custT="1"/>
      <dgm:spPr/>
      <dgm:t>
        <a:bodyPr/>
        <a:lstStyle/>
        <a:p>
          <a:r>
            <a:rPr lang="en-US" sz="1000" dirty="0" smtClean="0"/>
            <a:t>Build and Unit Test</a:t>
          </a:r>
          <a:endParaRPr lang="en-US" sz="1000" dirty="0"/>
        </a:p>
      </dgm:t>
    </dgm:pt>
    <dgm:pt modelId="{F371881A-41B6-474F-BA90-3A02CD2986BC}" type="parTrans" cxnId="{843E5D86-128F-4B7A-BF9E-0EBCE8EB6E91}">
      <dgm:prSet/>
      <dgm:spPr/>
      <dgm:t>
        <a:bodyPr/>
        <a:lstStyle/>
        <a:p>
          <a:endParaRPr lang="en-US" sz="1000"/>
        </a:p>
      </dgm:t>
    </dgm:pt>
    <dgm:pt modelId="{7F96D574-7BE1-4BAF-BEFB-C09B18DCED8A}" type="sibTrans" cxnId="{843E5D86-128F-4B7A-BF9E-0EBCE8EB6E91}">
      <dgm:prSet/>
      <dgm:spPr/>
      <dgm:t>
        <a:bodyPr/>
        <a:lstStyle/>
        <a:p>
          <a:endParaRPr lang="en-US" sz="1000"/>
        </a:p>
      </dgm:t>
    </dgm:pt>
    <dgm:pt modelId="{D43E00DB-336E-4EDC-9DBF-BC1B7B3A080A}">
      <dgm:prSet phldrT="[Text]" custT="1"/>
      <dgm:spPr/>
      <dgm:t>
        <a:bodyPr/>
        <a:lstStyle/>
        <a:p>
          <a:r>
            <a:rPr lang="en-US" sz="1000" dirty="0" smtClean="0"/>
            <a:t>By Technical Agency</a:t>
          </a:r>
          <a:endParaRPr lang="en-US" sz="1000" dirty="0"/>
        </a:p>
      </dgm:t>
    </dgm:pt>
    <dgm:pt modelId="{B59BF89F-BD5F-4434-B652-5115E5430B0E}" type="parTrans" cxnId="{6528F526-B2D1-4624-B1F9-3AA2667CD1FE}">
      <dgm:prSet/>
      <dgm:spPr/>
      <dgm:t>
        <a:bodyPr/>
        <a:lstStyle/>
        <a:p>
          <a:endParaRPr lang="en-US" sz="1000"/>
        </a:p>
      </dgm:t>
    </dgm:pt>
    <dgm:pt modelId="{5FE67640-0F27-4238-9D72-EBC2848E962D}" type="sibTrans" cxnId="{6528F526-B2D1-4624-B1F9-3AA2667CD1FE}">
      <dgm:prSet/>
      <dgm:spPr/>
      <dgm:t>
        <a:bodyPr/>
        <a:lstStyle/>
        <a:p>
          <a:endParaRPr lang="en-US" sz="1000"/>
        </a:p>
      </dgm:t>
    </dgm:pt>
    <dgm:pt modelId="{2765DA45-4B6F-4B73-85FC-105D2D332398}">
      <dgm:prSet phldrT="[Text]" custT="1"/>
      <dgm:spPr/>
      <dgm:t>
        <a:bodyPr/>
        <a:lstStyle/>
        <a:p>
          <a:r>
            <a:rPr lang="en-US" sz="1000" dirty="0" smtClean="0"/>
            <a:t>UAT</a:t>
          </a:r>
          <a:endParaRPr lang="en-US" sz="1000" dirty="0"/>
        </a:p>
      </dgm:t>
    </dgm:pt>
    <dgm:pt modelId="{67A08B97-B3E5-4705-BDB4-E2B51CF0BDF1}" type="parTrans" cxnId="{85112B15-24FD-458C-9A14-8B7295E4194D}">
      <dgm:prSet/>
      <dgm:spPr/>
      <dgm:t>
        <a:bodyPr/>
        <a:lstStyle/>
        <a:p>
          <a:endParaRPr lang="en-US" sz="1000"/>
        </a:p>
      </dgm:t>
    </dgm:pt>
    <dgm:pt modelId="{A3EAB028-C1FB-4F91-A139-39B83B0640C0}" type="sibTrans" cxnId="{85112B15-24FD-458C-9A14-8B7295E4194D}">
      <dgm:prSet/>
      <dgm:spPr/>
      <dgm:t>
        <a:bodyPr/>
        <a:lstStyle/>
        <a:p>
          <a:endParaRPr lang="en-US" sz="1000"/>
        </a:p>
      </dgm:t>
    </dgm:pt>
    <dgm:pt modelId="{EB651043-A73E-4EDC-981C-76A9369F0AE6}">
      <dgm:prSet phldrT="[Text]" custT="1"/>
      <dgm:spPr/>
      <dgm:t>
        <a:bodyPr/>
        <a:lstStyle/>
        <a:p>
          <a:r>
            <a:rPr lang="en-US" sz="1000" dirty="0" smtClean="0"/>
            <a:t>In Staging</a:t>
          </a:r>
          <a:endParaRPr lang="en-US" sz="1000" dirty="0"/>
        </a:p>
      </dgm:t>
    </dgm:pt>
    <dgm:pt modelId="{ECDF3BA8-52AC-41B7-9BFE-C2CE6E708943}" type="parTrans" cxnId="{ADCCE77A-740F-4E9B-9A6C-2E110DF0A000}">
      <dgm:prSet/>
      <dgm:spPr/>
      <dgm:t>
        <a:bodyPr/>
        <a:lstStyle/>
        <a:p>
          <a:endParaRPr lang="en-US" sz="1000"/>
        </a:p>
      </dgm:t>
    </dgm:pt>
    <dgm:pt modelId="{013911AC-E406-48AE-A562-0206F43003CD}" type="sibTrans" cxnId="{ADCCE77A-740F-4E9B-9A6C-2E110DF0A000}">
      <dgm:prSet/>
      <dgm:spPr/>
      <dgm:t>
        <a:bodyPr/>
        <a:lstStyle/>
        <a:p>
          <a:endParaRPr lang="en-US" sz="1000"/>
        </a:p>
      </dgm:t>
    </dgm:pt>
    <dgm:pt modelId="{319A22EF-9E47-4ED5-BEA9-32D6043C1FEB}">
      <dgm:prSet phldrT="[Text]" custT="1"/>
      <dgm:spPr/>
      <dgm:t>
        <a:bodyPr/>
        <a:lstStyle/>
        <a:p>
          <a:r>
            <a:rPr lang="en-US" sz="1000" dirty="0" smtClean="0"/>
            <a:t>By Requestor or Ops specialist</a:t>
          </a:r>
          <a:endParaRPr lang="en-US" sz="1000" dirty="0"/>
        </a:p>
      </dgm:t>
    </dgm:pt>
    <dgm:pt modelId="{C9AC57B4-8312-4199-A936-2003877D54D1}" type="parTrans" cxnId="{0114F702-0FBF-4E6B-8865-741E89948C23}">
      <dgm:prSet/>
      <dgm:spPr/>
      <dgm:t>
        <a:bodyPr/>
        <a:lstStyle/>
        <a:p>
          <a:endParaRPr lang="en-US" sz="1000"/>
        </a:p>
      </dgm:t>
    </dgm:pt>
    <dgm:pt modelId="{8975C408-3225-4A33-B8D7-8BBA40DFA895}" type="sibTrans" cxnId="{0114F702-0FBF-4E6B-8865-741E89948C23}">
      <dgm:prSet/>
      <dgm:spPr/>
      <dgm:t>
        <a:bodyPr/>
        <a:lstStyle/>
        <a:p>
          <a:endParaRPr lang="en-US" sz="1000"/>
        </a:p>
      </dgm:t>
    </dgm:pt>
    <dgm:pt modelId="{68A5F26B-6EF7-4286-ACAC-DB6745D29FF8}">
      <dgm:prSet phldrT="[Text]" custT="1"/>
      <dgm:spPr/>
      <dgm:t>
        <a:bodyPr/>
        <a:lstStyle/>
        <a:p>
          <a:r>
            <a:rPr lang="en-US" sz="1000" dirty="0" smtClean="0"/>
            <a:t>Resolve</a:t>
          </a:r>
          <a:endParaRPr lang="en-US" sz="1000" dirty="0"/>
        </a:p>
      </dgm:t>
    </dgm:pt>
    <dgm:pt modelId="{736609A8-6264-4EDF-BF9C-4ACFD0E25307}" type="parTrans" cxnId="{9BB3AEA0-00AF-424D-AF91-FDBD56976052}">
      <dgm:prSet/>
      <dgm:spPr/>
      <dgm:t>
        <a:bodyPr/>
        <a:lstStyle/>
        <a:p>
          <a:endParaRPr lang="en-US" sz="1000"/>
        </a:p>
      </dgm:t>
    </dgm:pt>
    <dgm:pt modelId="{5345208A-1AC2-4FF6-A9BE-074B6D3EC442}" type="sibTrans" cxnId="{9BB3AEA0-00AF-424D-AF91-FDBD56976052}">
      <dgm:prSet/>
      <dgm:spPr/>
      <dgm:t>
        <a:bodyPr/>
        <a:lstStyle/>
        <a:p>
          <a:endParaRPr lang="en-US" sz="1000"/>
        </a:p>
      </dgm:t>
    </dgm:pt>
    <dgm:pt modelId="{67473B55-4A58-441D-A1D8-82AAD1B4D24A}">
      <dgm:prSet phldrT="[Text]" custT="1"/>
      <dgm:spPr/>
      <dgm:t>
        <a:bodyPr/>
        <a:lstStyle/>
        <a:p>
          <a:r>
            <a:rPr lang="en-US" sz="1000" dirty="0" smtClean="0"/>
            <a:t>By Technical Agency</a:t>
          </a:r>
          <a:endParaRPr lang="en-US" sz="1000" dirty="0"/>
        </a:p>
      </dgm:t>
    </dgm:pt>
    <dgm:pt modelId="{3074FF23-CA57-4C5F-8A66-54A9F012DC1E}" type="parTrans" cxnId="{842A4FAC-F2BD-4F3B-BB27-5EC65AD60A7D}">
      <dgm:prSet/>
      <dgm:spPr/>
      <dgm:t>
        <a:bodyPr/>
        <a:lstStyle/>
        <a:p>
          <a:endParaRPr lang="en-US" sz="1000"/>
        </a:p>
      </dgm:t>
    </dgm:pt>
    <dgm:pt modelId="{9B7CF9C2-CEF3-4531-AA44-F8898A19BFD1}" type="sibTrans" cxnId="{842A4FAC-F2BD-4F3B-BB27-5EC65AD60A7D}">
      <dgm:prSet/>
      <dgm:spPr/>
      <dgm:t>
        <a:bodyPr/>
        <a:lstStyle/>
        <a:p>
          <a:endParaRPr lang="en-US" sz="1000"/>
        </a:p>
      </dgm:t>
    </dgm:pt>
    <dgm:pt modelId="{FF0962EB-CD6D-4EE2-B975-745CA4EBD608}">
      <dgm:prSet phldrT="[Text]" custT="1"/>
      <dgm:spPr/>
      <dgm:t>
        <a:bodyPr/>
        <a:lstStyle/>
        <a:p>
          <a:r>
            <a:rPr lang="en-US" sz="1000" dirty="0" smtClean="0"/>
            <a:t>After validating production push</a:t>
          </a:r>
          <a:endParaRPr lang="en-US" sz="1000" dirty="0"/>
        </a:p>
      </dgm:t>
    </dgm:pt>
    <dgm:pt modelId="{874A0E8B-6C99-4403-BCDE-50ABF2DC2F7E}" type="parTrans" cxnId="{0893F33C-F427-4C1E-9C00-38CFA61A5A3C}">
      <dgm:prSet/>
      <dgm:spPr/>
      <dgm:t>
        <a:bodyPr/>
        <a:lstStyle/>
        <a:p>
          <a:endParaRPr lang="en-US" sz="1000"/>
        </a:p>
      </dgm:t>
    </dgm:pt>
    <dgm:pt modelId="{FED14EC3-4470-49CE-8B0E-8E21B2FB02C2}" type="sibTrans" cxnId="{0893F33C-F427-4C1E-9C00-38CFA61A5A3C}">
      <dgm:prSet/>
      <dgm:spPr/>
      <dgm:t>
        <a:bodyPr/>
        <a:lstStyle/>
        <a:p>
          <a:endParaRPr lang="en-US" sz="1000"/>
        </a:p>
      </dgm:t>
    </dgm:pt>
    <dgm:pt modelId="{3A0C1CC0-3484-4D70-B5A2-17FE887B4B0F}">
      <dgm:prSet phldrT="[Text]" custT="1"/>
      <dgm:spPr/>
      <dgm:t>
        <a:bodyPr/>
        <a:lstStyle/>
        <a:p>
          <a:r>
            <a:rPr lang="en-US" sz="1000" dirty="0" smtClean="0"/>
            <a:t>Close</a:t>
          </a:r>
          <a:endParaRPr lang="en-US" sz="1000" dirty="0"/>
        </a:p>
      </dgm:t>
    </dgm:pt>
    <dgm:pt modelId="{9260CFA6-E77A-45ED-9E20-BD2D09AB208A}" type="parTrans" cxnId="{6FA92F8E-B8AC-4577-AB03-4170285C2E4F}">
      <dgm:prSet/>
      <dgm:spPr/>
      <dgm:t>
        <a:bodyPr/>
        <a:lstStyle/>
        <a:p>
          <a:endParaRPr lang="en-US" sz="1000"/>
        </a:p>
      </dgm:t>
    </dgm:pt>
    <dgm:pt modelId="{D807B607-A707-4297-9697-0088246058C8}" type="sibTrans" cxnId="{6FA92F8E-B8AC-4577-AB03-4170285C2E4F}">
      <dgm:prSet/>
      <dgm:spPr/>
      <dgm:t>
        <a:bodyPr/>
        <a:lstStyle/>
        <a:p>
          <a:endParaRPr lang="en-US" sz="1000"/>
        </a:p>
      </dgm:t>
    </dgm:pt>
    <dgm:pt modelId="{99B56BF7-C33F-4A23-8263-A620E44B1A97}">
      <dgm:prSet phldrT="[Text]" custT="1"/>
      <dgm:spPr/>
      <dgm:t>
        <a:bodyPr/>
        <a:lstStyle/>
        <a:p>
          <a:r>
            <a:rPr lang="en-US" sz="1000" dirty="0" smtClean="0"/>
            <a:t>By Ops specialist</a:t>
          </a:r>
          <a:endParaRPr lang="en-US" sz="1000" dirty="0"/>
        </a:p>
      </dgm:t>
    </dgm:pt>
    <dgm:pt modelId="{C0B1B1D1-76E9-45F4-8074-216FCAD6C1BA}" type="parTrans" cxnId="{E3A10230-436A-4599-9080-A07D1C168527}">
      <dgm:prSet/>
      <dgm:spPr/>
      <dgm:t>
        <a:bodyPr/>
        <a:lstStyle/>
        <a:p>
          <a:endParaRPr lang="en-US" sz="1000"/>
        </a:p>
      </dgm:t>
    </dgm:pt>
    <dgm:pt modelId="{92C9E4BC-5226-4449-830D-118735410585}" type="sibTrans" cxnId="{E3A10230-436A-4599-9080-A07D1C168527}">
      <dgm:prSet/>
      <dgm:spPr/>
      <dgm:t>
        <a:bodyPr/>
        <a:lstStyle/>
        <a:p>
          <a:endParaRPr lang="en-US" sz="1000"/>
        </a:p>
      </dgm:t>
    </dgm:pt>
    <dgm:pt modelId="{A7D3CE95-81D3-4BA4-990E-BDE8CC82A8AA}">
      <dgm:prSet phldrT="[Text]" custT="1"/>
      <dgm:spPr/>
      <dgm:t>
        <a:bodyPr/>
        <a:lstStyle/>
        <a:p>
          <a:r>
            <a:rPr lang="en-US" sz="1000" dirty="0" smtClean="0"/>
            <a:t>After validation by Requestor or Ops specialist</a:t>
          </a:r>
          <a:endParaRPr lang="en-US" sz="1000" dirty="0"/>
        </a:p>
      </dgm:t>
    </dgm:pt>
    <dgm:pt modelId="{3A834512-8651-4157-8449-00D2D9BEFCD8}" type="parTrans" cxnId="{30B2BE68-5483-4A10-AB61-746D5B540144}">
      <dgm:prSet/>
      <dgm:spPr/>
      <dgm:t>
        <a:bodyPr/>
        <a:lstStyle/>
        <a:p>
          <a:endParaRPr lang="en-US" sz="1000"/>
        </a:p>
      </dgm:t>
    </dgm:pt>
    <dgm:pt modelId="{4C70602F-6EF5-4976-AF0F-71DFB0819CC5}" type="sibTrans" cxnId="{30B2BE68-5483-4A10-AB61-746D5B540144}">
      <dgm:prSet/>
      <dgm:spPr/>
      <dgm:t>
        <a:bodyPr/>
        <a:lstStyle/>
        <a:p>
          <a:endParaRPr lang="en-US" sz="1000"/>
        </a:p>
      </dgm:t>
    </dgm:pt>
    <dgm:pt modelId="{0ACB0681-BA44-4D05-8732-BF808E87095A}">
      <dgm:prSet phldrT="[Text]" custT="1"/>
      <dgm:spPr/>
      <dgm:t>
        <a:bodyPr/>
        <a:lstStyle/>
        <a:p>
          <a:r>
            <a:rPr lang="en-US" sz="1000" dirty="0" smtClean="0"/>
            <a:t>Open</a:t>
          </a:r>
          <a:endParaRPr lang="en-US" sz="1000" dirty="0"/>
        </a:p>
      </dgm:t>
    </dgm:pt>
    <dgm:pt modelId="{94683EA2-2F0A-4F27-AD9F-F318C7ACA681}" type="parTrans" cxnId="{FFB59CEC-4009-4979-ACA1-D26556AD479B}">
      <dgm:prSet/>
      <dgm:spPr/>
      <dgm:t>
        <a:bodyPr/>
        <a:lstStyle/>
        <a:p>
          <a:endParaRPr lang="en-US" sz="1000"/>
        </a:p>
      </dgm:t>
    </dgm:pt>
    <dgm:pt modelId="{C909553E-E9B7-488B-9DDE-F465170807AF}" type="sibTrans" cxnId="{FFB59CEC-4009-4979-ACA1-D26556AD479B}">
      <dgm:prSet/>
      <dgm:spPr/>
      <dgm:t>
        <a:bodyPr/>
        <a:lstStyle/>
        <a:p>
          <a:endParaRPr lang="en-US" sz="1000"/>
        </a:p>
      </dgm:t>
    </dgm:pt>
    <dgm:pt modelId="{8453EC51-A2ED-4873-87CC-ADF95DA1380C}">
      <dgm:prSet phldrT="[Text]" custT="1"/>
      <dgm:spPr/>
      <dgm:t>
        <a:bodyPr/>
        <a:lstStyle/>
        <a:p>
          <a:r>
            <a:rPr lang="en-US" sz="1000" dirty="0" smtClean="0"/>
            <a:t>By Ops Specialist</a:t>
          </a:r>
          <a:endParaRPr lang="en-US" sz="1000" dirty="0"/>
        </a:p>
      </dgm:t>
    </dgm:pt>
    <dgm:pt modelId="{6AEBA5AE-F684-4CB6-9F98-FF4C594FC5B9}" type="parTrans" cxnId="{EEEC6A83-71F1-47EA-A310-01CB2D38B74D}">
      <dgm:prSet/>
      <dgm:spPr/>
      <dgm:t>
        <a:bodyPr/>
        <a:lstStyle/>
        <a:p>
          <a:endParaRPr lang="en-US" sz="1000"/>
        </a:p>
      </dgm:t>
    </dgm:pt>
    <dgm:pt modelId="{DA06804E-DC5E-4B10-9D50-37A4824DD6BD}" type="sibTrans" cxnId="{EEEC6A83-71F1-47EA-A310-01CB2D38B74D}">
      <dgm:prSet/>
      <dgm:spPr/>
      <dgm:t>
        <a:bodyPr/>
        <a:lstStyle/>
        <a:p>
          <a:endParaRPr lang="en-US" sz="1000"/>
        </a:p>
      </dgm:t>
    </dgm:pt>
    <dgm:pt modelId="{97F003FB-6304-46A1-A874-E5A1B16F7153}" type="pres">
      <dgm:prSet presAssocID="{15926DF9-1E2F-4D1A-AB2E-4220BC358120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26EA137-42C8-4835-B634-91580B447830}" type="pres">
      <dgm:prSet presAssocID="{0ACB0681-BA44-4D05-8732-BF808E87095A}" presName="composite" presStyleCnt="0"/>
      <dgm:spPr/>
    </dgm:pt>
    <dgm:pt modelId="{512B047F-4376-437C-8D8B-F3281C71DA63}" type="pres">
      <dgm:prSet presAssocID="{0ACB0681-BA44-4D05-8732-BF808E87095A}" presName="parentText" presStyleLbl="alignNode1" presStyleIdx="0" presStyleCnt="5" custScaleX="132609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6459273-1C04-4E20-B65D-5B6A9CB08A8D}" type="pres">
      <dgm:prSet presAssocID="{0ACB0681-BA44-4D05-8732-BF808E87095A}" presName="descendantText" presStyleLbl="alignAcc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A5CEACD-5AA3-42D1-9E96-4BDA29A37B19}" type="pres">
      <dgm:prSet presAssocID="{C909553E-E9B7-488B-9DDE-F465170807AF}" presName="sp" presStyleCnt="0"/>
      <dgm:spPr/>
    </dgm:pt>
    <dgm:pt modelId="{1C86727F-D19B-41A1-96D5-CB8BD28E763A}" type="pres">
      <dgm:prSet presAssocID="{BCD5955E-4BAE-4E06-9C0E-9039E1569FFB}" presName="composite" presStyleCnt="0"/>
      <dgm:spPr/>
    </dgm:pt>
    <dgm:pt modelId="{1BB5F002-FE85-414F-B75D-F9DFA4C21A8C}" type="pres">
      <dgm:prSet presAssocID="{BCD5955E-4BAE-4E06-9C0E-9039E1569FFB}" presName="parentText" presStyleLbl="alignNode1" presStyleIdx="1" presStyleCnt="5" custScaleX="132609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1FECBC9-84A6-43CF-94FA-B3F98FA2A379}" type="pres">
      <dgm:prSet presAssocID="{BCD5955E-4BAE-4E06-9C0E-9039E1569FFB}" presName="descendantText" presStyleLbl="alignAcc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06972A5-D606-4B00-B463-EB762610CEA9}" type="pres">
      <dgm:prSet presAssocID="{7F96D574-7BE1-4BAF-BEFB-C09B18DCED8A}" presName="sp" presStyleCnt="0"/>
      <dgm:spPr/>
    </dgm:pt>
    <dgm:pt modelId="{5C141599-B22C-4792-959B-11270E3348C9}" type="pres">
      <dgm:prSet presAssocID="{2765DA45-4B6F-4B73-85FC-105D2D332398}" presName="composite" presStyleCnt="0"/>
      <dgm:spPr/>
    </dgm:pt>
    <dgm:pt modelId="{333A060C-A180-443B-BE62-8E521743A2D5}" type="pres">
      <dgm:prSet presAssocID="{2765DA45-4B6F-4B73-85FC-105D2D332398}" presName="parentText" presStyleLbl="alignNode1" presStyleIdx="2" presStyleCnt="5" custScaleX="132609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325F3CD-F1D9-4D5E-9CCE-5F5527D81C79}" type="pres">
      <dgm:prSet presAssocID="{2765DA45-4B6F-4B73-85FC-105D2D332398}" presName="descendantText" presStyleLbl="alignAcc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D845685-3805-4ACE-A674-CA75840FA156}" type="pres">
      <dgm:prSet presAssocID="{A3EAB028-C1FB-4F91-A139-39B83B0640C0}" presName="sp" presStyleCnt="0"/>
      <dgm:spPr/>
    </dgm:pt>
    <dgm:pt modelId="{B3AE9A82-BC0C-4BB9-A30D-C4C7E47646B2}" type="pres">
      <dgm:prSet presAssocID="{68A5F26B-6EF7-4286-ACAC-DB6745D29FF8}" presName="composite" presStyleCnt="0"/>
      <dgm:spPr/>
    </dgm:pt>
    <dgm:pt modelId="{D6988980-F066-4C16-AC24-EECE559FD9E6}" type="pres">
      <dgm:prSet presAssocID="{68A5F26B-6EF7-4286-ACAC-DB6745D29FF8}" presName="parentText" presStyleLbl="alignNode1" presStyleIdx="3" presStyleCnt="5" custScaleX="132609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01867CE-C1E2-433F-8749-550F8CBED03F}" type="pres">
      <dgm:prSet presAssocID="{68A5F26B-6EF7-4286-ACAC-DB6745D29FF8}" presName="descendantText" presStyleLbl="alignAcc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23B053C-EBDF-49AE-87E8-95BF481B0061}" type="pres">
      <dgm:prSet presAssocID="{5345208A-1AC2-4FF6-A9BE-074B6D3EC442}" presName="sp" presStyleCnt="0"/>
      <dgm:spPr/>
    </dgm:pt>
    <dgm:pt modelId="{121DBE9D-8B51-4FC8-8CA0-9398F0D0E80B}" type="pres">
      <dgm:prSet presAssocID="{3A0C1CC0-3484-4D70-B5A2-17FE887B4B0F}" presName="composite" presStyleCnt="0"/>
      <dgm:spPr/>
    </dgm:pt>
    <dgm:pt modelId="{71AF32F9-3EB4-4FC0-B568-6939C0319B29}" type="pres">
      <dgm:prSet presAssocID="{3A0C1CC0-3484-4D70-B5A2-17FE887B4B0F}" presName="parentText" presStyleLbl="alignNode1" presStyleIdx="4" presStyleCnt="5" custScaleX="132609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C4FF7B3-D4FB-4DAC-8F69-802A115AAFC4}" type="pres">
      <dgm:prSet presAssocID="{3A0C1CC0-3484-4D70-B5A2-17FE887B4B0F}" presName="descendantText" presStyleLbl="alignAcc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0C54AC1-938C-49BB-8CE3-062DD18D4E62}" type="presOf" srcId="{319A22EF-9E47-4ED5-BEA9-32D6043C1FEB}" destId="{6325F3CD-F1D9-4D5E-9CCE-5F5527D81C79}" srcOrd="0" destOrd="1" presId="urn:microsoft.com/office/officeart/2005/8/layout/chevron2"/>
    <dgm:cxn modelId="{1DC50D08-489A-4CAD-BB87-0547C1BE71FE}" type="presOf" srcId="{67473B55-4A58-441D-A1D8-82AAD1B4D24A}" destId="{D01867CE-C1E2-433F-8749-550F8CBED03F}" srcOrd="0" destOrd="0" presId="urn:microsoft.com/office/officeart/2005/8/layout/chevron2"/>
    <dgm:cxn modelId="{6528F526-B2D1-4624-B1F9-3AA2667CD1FE}" srcId="{BCD5955E-4BAE-4E06-9C0E-9039E1569FFB}" destId="{D43E00DB-336E-4EDC-9DBF-BC1B7B3A080A}" srcOrd="0" destOrd="0" parTransId="{B59BF89F-BD5F-4434-B652-5115E5430B0E}" sibTransId="{5FE67640-0F27-4238-9D72-EBC2848E962D}"/>
    <dgm:cxn modelId="{314E3D3D-A82D-4A20-B9EB-88AE9B84EA55}" type="presOf" srcId="{0ACB0681-BA44-4D05-8732-BF808E87095A}" destId="{512B047F-4376-437C-8D8B-F3281C71DA63}" srcOrd="0" destOrd="0" presId="urn:microsoft.com/office/officeart/2005/8/layout/chevron2"/>
    <dgm:cxn modelId="{E3A10230-436A-4599-9080-A07D1C168527}" srcId="{3A0C1CC0-3484-4D70-B5A2-17FE887B4B0F}" destId="{99B56BF7-C33F-4A23-8263-A620E44B1A97}" srcOrd="0" destOrd="0" parTransId="{C0B1B1D1-76E9-45F4-8074-216FCAD6C1BA}" sibTransId="{92C9E4BC-5226-4449-830D-118735410585}"/>
    <dgm:cxn modelId="{6171814C-EF0A-4458-9CC8-D3F0487084E8}" type="presOf" srcId="{3A0C1CC0-3484-4D70-B5A2-17FE887B4B0F}" destId="{71AF32F9-3EB4-4FC0-B568-6939C0319B29}" srcOrd="0" destOrd="0" presId="urn:microsoft.com/office/officeart/2005/8/layout/chevron2"/>
    <dgm:cxn modelId="{B2C51F36-8D43-48EE-A650-0FA329CB9417}" type="presOf" srcId="{BCD5955E-4BAE-4E06-9C0E-9039E1569FFB}" destId="{1BB5F002-FE85-414F-B75D-F9DFA4C21A8C}" srcOrd="0" destOrd="0" presId="urn:microsoft.com/office/officeart/2005/8/layout/chevron2"/>
    <dgm:cxn modelId="{30B2BE68-5483-4A10-AB61-746D5B540144}" srcId="{3A0C1CC0-3484-4D70-B5A2-17FE887B4B0F}" destId="{A7D3CE95-81D3-4BA4-990E-BDE8CC82A8AA}" srcOrd="1" destOrd="0" parTransId="{3A834512-8651-4157-8449-00D2D9BEFCD8}" sibTransId="{4C70602F-6EF5-4976-AF0F-71DFB0819CC5}"/>
    <dgm:cxn modelId="{0114F702-0FBF-4E6B-8865-741E89948C23}" srcId="{2765DA45-4B6F-4B73-85FC-105D2D332398}" destId="{319A22EF-9E47-4ED5-BEA9-32D6043C1FEB}" srcOrd="1" destOrd="0" parTransId="{C9AC57B4-8312-4199-A936-2003877D54D1}" sibTransId="{8975C408-3225-4A33-B8D7-8BBA40DFA895}"/>
    <dgm:cxn modelId="{6FA92F8E-B8AC-4577-AB03-4170285C2E4F}" srcId="{15926DF9-1E2F-4D1A-AB2E-4220BC358120}" destId="{3A0C1CC0-3484-4D70-B5A2-17FE887B4B0F}" srcOrd="4" destOrd="0" parTransId="{9260CFA6-E77A-45ED-9E20-BD2D09AB208A}" sibTransId="{D807B607-A707-4297-9697-0088246058C8}"/>
    <dgm:cxn modelId="{5A4855A1-26B5-4898-874F-49DEDECC22A6}" type="presOf" srcId="{99B56BF7-C33F-4A23-8263-A620E44B1A97}" destId="{8C4FF7B3-D4FB-4DAC-8F69-802A115AAFC4}" srcOrd="0" destOrd="0" presId="urn:microsoft.com/office/officeart/2005/8/layout/chevron2"/>
    <dgm:cxn modelId="{153A1002-9ACB-4228-A7C2-0F25228DE82E}" type="presOf" srcId="{15926DF9-1E2F-4D1A-AB2E-4220BC358120}" destId="{97F003FB-6304-46A1-A874-E5A1B16F7153}" srcOrd="0" destOrd="0" presId="urn:microsoft.com/office/officeart/2005/8/layout/chevron2"/>
    <dgm:cxn modelId="{EEEC6A83-71F1-47EA-A310-01CB2D38B74D}" srcId="{0ACB0681-BA44-4D05-8732-BF808E87095A}" destId="{8453EC51-A2ED-4873-87CC-ADF95DA1380C}" srcOrd="0" destOrd="0" parTransId="{6AEBA5AE-F684-4CB6-9F98-FF4C594FC5B9}" sibTransId="{DA06804E-DC5E-4B10-9D50-37A4824DD6BD}"/>
    <dgm:cxn modelId="{ADCCE77A-740F-4E9B-9A6C-2E110DF0A000}" srcId="{2765DA45-4B6F-4B73-85FC-105D2D332398}" destId="{EB651043-A73E-4EDC-981C-76A9369F0AE6}" srcOrd="0" destOrd="0" parTransId="{ECDF3BA8-52AC-41B7-9BFE-C2CE6E708943}" sibTransId="{013911AC-E406-48AE-A562-0206F43003CD}"/>
    <dgm:cxn modelId="{1C548882-934F-4A9D-836D-824EA1E58986}" type="presOf" srcId="{A7D3CE95-81D3-4BA4-990E-BDE8CC82A8AA}" destId="{8C4FF7B3-D4FB-4DAC-8F69-802A115AAFC4}" srcOrd="0" destOrd="1" presId="urn:microsoft.com/office/officeart/2005/8/layout/chevron2"/>
    <dgm:cxn modelId="{6860E8DC-ABD5-4605-A923-86AE1A95E800}" type="presOf" srcId="{68A5F26B-6EF7-4286-ACAC-DB6745D29FF8}" destId="{D6988980-F066-4C16-AC24-EECE559FD9E6}" srcOrd="0" destOrd="0" presId="urn:microsoft.com/office/officeart/2005/8/layout/chevron2"/>
    <dgm:cxn modelId="{3617EE64-98F2-4941-82F0-B834BEF82931}" type="presOf" srcId="{8453EC51-A2ED-4873-87CC-ADF95DA1380C}" destId="{A6459273-1C04-4E20-B65D-5B6A9CB08A8D}" srcOrd="0" destOrd="0" presId="urn:microsoft.com/office/officeart/2005/8/layout/chevron2"/>
    <dgm:cxn modelId="{843E5D86-128F-4B7A-BF9E-0EBCE8EB6E91}" srcId="{15926DF9-1E2F-4D1A-AB2E-4220BC358120}" destId="{BCD5955E-4BAE-4E06-9C0E-9039E1569FFB}" srcOrd="1" destOrd="0" parTransId="{F371881A-41B6-474F-BA90-3A02CD2986BC}" sibTransId="{7F96D574-7BE1-4BAF-BEFB-C09B18DCED8A}"/>
    <dgm:cxn modelId="{85112B15-24FD-458C-9A14-8B7295E4194D}" srcId="{15926DF9-1E2F-4D1A-AB2E-4220BC358120}" destId="{2765DA45-4B6F-4B73-85FC-105D2D332398}" srcOrd="2" destOrd="0" parTransId="{67A08B97-B3E5-4705-BDB4-E2B51CF0BDF1}" sibTransId="{A3EAB028-C1FB-4F91-A139-39B83B0640C0}"/>
    <dgm:cxn modelId="{FF4F8E4F-058A-4004-B9D5-A001B2C35583}" type="presOf" srcId="{D43E00DB-336E-4EDC-9DBF-BC1B7B3A080A}" destId="{01FECBC9-84A6-43CF-94FA-B3F98FA2A379}" srcOrd="0" destOrd="0" presId="urn:microsoft.com/office/officeart/2005/8/layout/chevron2"/>
    <dgm:cxn modelId="{FFB59CEC-4009-4979-ACA1-D26556AD479B}" srcId="{15926DF9-1E2F-4D1A-AB2E-4220BC358120}" destId="{0ACB0681-BA44-4D05-8732-BF808E87095A}" srcOrd="0" destOrd="0" parTransId="{94683EA2-2F0A-4F27-AD9F-F318C7ACA681}" sibTransId="{C909553E-E9B7-488B-9DDE-F465170807AF}"/>
    <dgm:cxn modelId="{0893F33C-F427-4C1E-9C00-38CFA61A5A3C}" srcId="{68A5F26B-6EF7-4286-ACAC-DB6745D29FF8}" destId="{FF0962EB-CD6D-4EE2-B975-745CA4EBD608}" srcOrd="1" destOrd="0" parTransId="{874A0E8B-6C99-4403-BCDE-50ABF2DC2F7E}" sibTransId="{FED14EC3-4470-49CE-8B0E-8E21B2FB02C2}"/>
    <dgm:cxn modelId="{834B535E-6BA9-48F5-820D-3A43A5E6EF07}" type="presOf" srcId="{2765DA45-4B6F-4B73-85FC-105D2D332398}" destId="{333A060C-A180-443B-BE62-8E521743A2D5}" srcOrd="0" destOrd="0" presId="urn:microsoft.com/office/officeart/2005/8/layout/chevron2"/>
    <dgm:cxn modelId="{9BB3AEA0-00AF-424D-AF91-FDBD56976052}" srcId="{15926DF9-1E2F-4D1A-AB2E-4220BC358120}" destId="{68A5F26B-6EF7-4286-ACAC-DB6745D29FF8}" srcOrd="3" destOrd="0" parTransId="{736609A8-6264-4EDF-BF9C-4ACFD0E25307}" sibTransId="{5345208A-1AC2-4FF6-A9BE-074B6D3EC442}"/>
    <dgm:cxn modelId="{DB882272-9EA9-417D-BADE-71F6A6DCBAF4}" type="presOf" srcId="{EB651043-A73E-4EDC-981C-76A9369F0AE6}" destId="{6325F3CD-F1D9-4D5E-9CCE-5F5527D81C79}" srcOrd="0" destOrd="0" presId="urn:microsoft.com/office/officeart/2005/8/layout/chevron2"/>
    <dgm:cxn modelId="{842A4FAC-F2BD-4F3B-BB27-5EC65AD60A7D}" srcId="{68A5F26B-6EF7-4286-ACAC-DB6745D29FF8}" destId="{67473B55-4A58-441D-A1D8-82AAD1B4D24A}" srcOrd="0" destOrd="0" parTransId="{3074FF23-CA57-4C5F-8A66-54A9F012DC1E}" sibTransId="{9B7CF9C2-CEF3-4531-AA44-F8898A19BFD1}"/>
    <dgm:cxn modelId="{BD3DEFE8-D4A2-47B5-91F2-6669A87F0114}" type="presOf" srcId="{FF0962EB-CD6D-4EE2-B975-745CA4EBD608}" destId="{D01867CE-C1E2-433F-8749-550F8CBED03F}" srcOrd="0" destOrd="1" presId="urn:microsoft.com/office/officeart/2005/8/layout/chevron2"/>
    <dgm:cxn modelId="{F63C840D-F4B5-45AA-A637-1DEFD8ED520E}" type="presParOf" srcId="{97F003FB-6304-46A1-A874-E5A1B16F7153}" destId="{B26EA137-42C8-4835-B634-91580B447830}" srcOrd="0" destOrd="0" presId="urn:microsoft.com/office/officeart/2005/8/layout/chevron2"/>
    <dgm:cxn modelId="{8A53A4EE-193F-4113-9840-B2C2216931E9}" type="presParOf" srcId="{B26EA137-42C8-4835-B634-91580B447830}" destId="{512B047F-4376-437C-8D8B-F3281C71DA63}" srcOrd="0" destOrd="0" presId="urn:microsoft.com/office/officeart/2005/8/layout/chevron2"/>
    <dgm:cxn modelId="{86BE9A90-FFE0-4892-8572-8C4AFEC76CF1}" type="presParOf" srcId="{B26EA137-42C8-4835-B634-91580B447830}" destId="{A6459273-1C04-4E20-B65D-5B6A9CB08A8D}" srcOrd="1" destOrd="0" presId="urn:microsoft.com/office/officeart/2005/8/layout/chevron2"/>
    <dgm:cxn modelId="{542F373C-DC33-405F-9016-03EEB9E929A3}" type="presParOf" srcId="{97F003FB-6304-46A1-A874-E5A1B16F7153}" destId="{BA5CEACD-5AA3-42D1-9E96-4BDA29A37B19}" srcOrd="1" destOrd="0" presId="urn:microsoft.com/office/officeart/2005/8/layout/chevron2"/>
    <dgm:cxn modelId="{690B3659-2BF0-4DC9-B846-C7C6B4855BB8}" type="presParOf" srcId="{97F003FB-6304-46A1-A874-E5A1B16F7153}" destId="{1C86727F-D19B-41A1-96D5-CB8BD28E763A}" srcOrd="2" destOrd="0" presId="urn:microsoft.com/office/officeart/2005/8/layout/chevron2"/>
    <dgm:cxn modelId="{AF64B5F0-AE93-44CC-9CF6-B8FCE350984E}" type="presParOf" srcId="{1C86727F-D19B-41A1-96D5-CB8BD28E763A}" destId="{1BB5F002-FE85-414F-B75D-F9DFA4C21A8C}" srcOrd="0" destOrd="0" presId="urn:microsoft.com/office/officeart/2005/8/layout/chevron2"/>
    <dgm:cxn modelId="{77C6436F-6FAB-4D53-B0C7-47689EB8FE33}" type="presParOf" srcId="{1C86727F-D19B-41A1-96D5-CB8BD28E763A}" destId="{01FECBC9-84A6-43CF-94FA-B3F98FA2A379}" srcOrd="1" destOrd="0" presId="urn:microsoft.com/office/officeart/2005/8/layout/chevron2"/>
    <dgm:cxn modelId="{382372C4-49C4-4BF3-A6E6-0E1F02D36314}" type="presParOf" srcId="{97F003FB-6304-46A1-A874-E5A1B16F7153}" destId="{406972A5-D606-4B00-B463-EB762610CEA9}" srcOrd="3" destOrd="0" presId="urn:microsoft.com/office/officeart/2005/8/layout/chevron2"/>
    <dgm:cxn modelId="{7BF21A6E-FA23-4287-BCCB-6416897B6425}" type="presParOf" srcId="{97F003FB-6304-46A1-A874-E5A1B16F7153}" destId="{5C141599-B22C-4792-959B-11270E3348C9}" srcOrd="4" destOrd="0" presId="urn:microsoft.com/office/officeart/2005/8/layout/chevron2"/>
    <dgm:cxn modelId="{1470A2CC-4E6F-47E1-B15B-598423B917B9}" type="presParOf" srcId="{5C141599-B22C-4792-959B-11270E3348C9}" destId="{333A060C-A180-443B-BE62-8E521743A2D5}" srcOrd="0" destOrd="0" presId="urn:microsoft.com/office/officeart/2005/8/layout/chevron2"/>
    <dgm:cxn modelId="{926B3357-4B24-4886-B864-95F708FE3FBA}" type="presParOf" srcId="{5C141599-B22C-4792-959B-11270E3348C9}" destId="{6325F3CD-F1D9-4D5E-9CCE-5F5527D81C79}" srcOrd="1" destOrd="0" presId="urn:microsoft.com/office/officeart/2005/8/layout/chevron2"/>
    <dgm:cxn modelId="{A14FBB4A-7F0F-49CA-ABC9-64FE2B2FE261}" type="presParOf" srcId="{97F003FB-6304-46A1-A874-E5A1B16F7153}" destId="{6D845685-3805-4ACE-A674-CA75840FA156}" srcOrd="5" destOrd="0" presId="urn:microsoft.com/office/officeart/2005/8/layout/chevron2"/>
    <dgm:cxn modelId="{69E11675-6091-4E45-ACA6-AD30A63D19B9}" type="presParOf" srcId="{97F003FB-6304-46A1-A874-E5A1B16F7153}" destId="{B3AE9A82-BC0C-4BB9-A30D-C4C7E47646B2}" srcOrd="6" destOrd="0" presId="urn:microsoft.com/office/officeart/2005/8/layout/chevron2"/>
    <dgm:cxn modelId="{FA09B453-CD4A-47DF-B3A4-6E4B6FDB1B45}" type="presParOf" srcId="{B3AE9A82-BC0C-4BB9-A30D-C4C7E47646B2}" destId="{D6988980-F066-4C16-AC24-EECE559FD9E6}" srcOrd="0" destOrd="0" presId="urn:microsoft.com/office/officeart/2005/8/layout/chevron2"/>
    <dgm:cxn modelId="{3A481053-8E93-4469-A860-003C5897E7E3}" type="presParOf" srcId="{B3AE9A82-BC0C-4BB9-A30D-C4C7E47646B2}" destId="{D01867CE-C1E2-433F-8749-550F8CBED03F}" srcOrd="1" destOrd="0" presId="urn:microsoft.com/office/officeart/2005/8/layout/chevron2"/>
    <dgm:cxn modelId="{89EE3FD6-DF04-44E9-A5EF-A75356C150B2}" type="presParOf" srcId="{97F003FB-6304-46A1-A874-E5A1B16F7153}" destId="{623B053C-EBDF-49AE-87E8-95BF481B0061}" srcOrd="7" destOrd="0" presId="urn:microsoft.com/office/officeart/2005/8/layout/chevron2"/>
    <dgm:cxn modelId="{5D5766A8-B57C-424D-B21F-DF7735BF279A}" type="presParOf" srcId="{97F003FB-6304-46A1-A874-E5A1B16F7153}" destId="{121DBE9D-8B51-4FC8-8CA0-9398F0D0E80B}" srcOrd="8" destOrd="0" presId="urn:microsoft.com/office/officeart/2005/8/layout/chevron2"/>
    <dgm:cxn modelId="{8A9518A2-64C7-423B-B7CE-F88C14DE9C63}" type="presParOf" srcId="{121DBE9D-8B51-4FC8-8CA0-9398F0D0E80B}" destId="{71AF32F9-3EB4-4FC0-B568-6939C0319B29}" srcOrd="0" destOrd="0" presId="urn:microsoft.com/office/officeart/2005/8/layout/chevron2"/>
    <dgm:cxn modelId="{CAD2D89C-6523-45DB-AD10-33D681144DD3}" type="presParOf" srcId="{121DBE9D-8B51-4FC8-8CA0-9398F0D0E80B}" destId="{8C4FF7B3-D4FB-4DAC-8F69-802A115AAFC4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5926DF9-1E2F-4D1A-AB2E-4220BC358120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CD5955E-4BAE-4E06-9C0E-9039E1569FFB}">
      <dgm:prSet phldrT="[Text]" custT="1"/>
      <dgm:spPr/>
      <dgm:t>
        <a:bodyPr/>
        <a:lstStyle/>
        <a:p>
          <a:r>
            <a:rPr lang="en-US" sz="1100" dirty="0" smtClean="0"/>
            <a:t>Build and Unit Test</a:t>
          </a:r>
          <a:endParaRPr lang="en-US" sz="1100" dirty="0"/>
        </a:p>
      </dgm:t>
    </dgm:pt>
    <dgm:pt modelId="{F371881A-41B6-474F-BA90-3A02CD2986BC}" type="parTrans" cxnId="{843E5D86-128F-4B7A-BF9E-0EBCE8EB6E91}">
      <dgm:prSet/>
      <dgm:spPr/>
      <dgm:t>
        <a:bodyPr/>
        <a:lstStyle/>
        <a:p>
          <a:endParaRPr lang="en-US"/>
        </a:p>
      </dgm:t>
    </dgm:pt>
    <dgm:pt modelId="{7F96D574-7BE1-4BAF-BEFB-C09B18DCED8A}" type="sibTrans" cxnId="{843E5D86-128F-4B7A-BF9E-0EBCE8EB6E91}">
      <dgm:prSet/>
      <dgm:spPr/>
      <dgm:t>
        <a:bodyPr/>
        <a:lstStyle/>
        <a:p>
          <a:endParaRPr lang="en-US"/>
        </a:p>
      </dgm:t>
    </dgm:pt>
    <dgm:pt modelId="{D43E00DB-336E-4EDC-9DBF-BC1B7B3A080A}">
      <dgm:prSet phldrT="[Text]"/>
      <dgm:spPr/>
      <dgm:t>
        <a:bodyPr/>
        <a:lstStyle/>
        <a:p>
          <a:r>
            <a:rPr lang="en-US" dirty="0" smtClean="0"/>
            <a:t>By Technical Agency</a:t>
          </a:r>
          <a:endParaRPr lang="en-US" dirty="0"/>
        </a:p>
      </dgm:t>
    </dgm:pt>
    <dgm:pt modelId="{B59BF89F-BD5F-4434-B652-5115E5430B0E}" type="parTrans" cxnId="{6528F526-B2D1-4624-B1F9-3AA2667CD1FE}">
      <dgm:prSet/>
      <dgm:spPr/>
      <dgm:t>
        <a:bodyPr/>
        <a:lstStyle/>
        <a:p>
          <a:endParaRPr lang="en-US"/>
        </a:p>
      </dgm:t>
    </dgm:pt>
    <dgm:pt modelId="{5FE67640-0F27-4238-9D72-EBC2848E962D}" type="sibTrans" cxnId="{6528F526-B2D1-4624-B1F9-3AA2667CD1FE}">
      <dgm:prSet/>
      <dgm:spPr/>
      <dgm:t>
        <a:bodyPr/>
        <a:lstStyle/>
        <a:p>
          <a:endParaRPr lang="en-US"/>
        </a:p>
      </dgm:t>
    </dgm:pt>
    <dgm:pt modelId="{2765DA45-4B6F-4B73-85FC-105D2D332398}">
      <dgm:prSet phldrT="[Text]" custT="1"/>
      <dgm:spPr/>
      <dgm:t>
        <a:bodyPr/>
        <a:lstStyle/>
        <a:p>
          <a:r>
            <a:rPr lang="en-US" sz="1100" dirty="0" smtClean="0"/>
            <a:t>Testing (UAT)</a:t>
          </a:r>
          <a:endParaRPr lang="en-US" sz="1100" dirty="0"/>
        </a:p>
      </dgm:t>
    </dgm:pt>
    <dgm:pt modelId="{67A08B97-B3E5-4705-BDB4-E2B51CF0BDF1}" type="parTrans" cxnId="{85112B15-24FD-458C-9A14-8B7295E4194D}">
      <dgm:prSet/>
      <dgm:spPr/>
      <dgm:t>
        <a:bodyPr/>
        <a:lstStyle/>
        <a:p>
          <a:endParaRPr lang="en-US"/>
        </a:p>
      </dgm:t>
    </dgm:pt>
    <dgm:pt modelId="{A3EAB028-C1FB-4F91-A139-39B83B0640C0}" type="sibTrans" cxnId="{85112B15-24FD-458C-9A14-8B7295E4194D}">
      <dgm:prSet/>
      <dgm:spPr/>
      <dgm:t>
        <a:bodyPr/>
        <a:lstStyle/>
        <a:p>
          <a:endParaRPr lang="en-US"/>
        </a:p>
      </dgm:t>
    </dgm:pt>
    <dgm:pt modelId="{319A22EF-9E47-4ED5-BEA9-32D6043C1FEB}">
      <dgm:prSet phldrT="[Text]"/>
      <dgm:spPr/>
      <dgm:t>
        <a:bodyPr/>
        <a:lstStyle/>
        <a:p>
          <a:r>
            <a:rPr lang="en-US" dirty="0" smtClean="0"/>
            <a:t>By </a:t>
          </a:r>
          <a:r>
            <a:rPr lang="en-US" dirty="0" err="1" smtClean="0"/>
            <a:t>Dev</a:t>
          </a:r>
          <a:r>
            <a:rPr lang="en-US" dirty="0" smtClean="0"/>
            <a:t> specialist and creative/Brand</a:t>
          </a:r>
          <a:endParaRPr lang="en-US" dirty="0"/>
        </a:p>
      </dgm:t>
    </dgm:pt>
    <dgm:pt modelId="{C9AC57B4-8312-4199-A936-2003877D54D1}" type="parTrans" cxnId="{0114F702-0FBF-4E6B-8865-741E89948C23}">
      <dgm:prSet/>
      <dgm:spPr/>
      <dgm:t>
        <a:bodyPr/>
        <a:lstStyle/>
        <a:p>
          <a:endParaRPr lang="en-US"/>
        </a:p>
      </dgm:t>
    </dgm:pt>
    <dgm:pt modelId="{8975C408-3225-4A33-B8D7-8BBA40DFA895}" type="sibTrans" cxnId="{0114F702-0FBF-4E6B-8865-741E89948C23}">
      <dgm:prSet/>
      <dgm:spPr/>
      <dgm:t>
        <a:bodyPr/>
        <a:lstStyle/>
        <a:p>
          <a:endParaRPr lang="en-US"/>
        </a:p>
      </dgm:t>
    </dgm:pt>
    <dgm:pt modelId="{68A5F26B-6EF7-4286-ACAC-DB6745D29FF8}">
      <dgm:prSet phldrT="[Text]" custT="1"/>
      <dgm:spPr/>
      <dgm:t>
        <a:bodyPr/>
        <a:lstStyle/>
        <a:p>
          <a:r>
            <a:rPr lang="en-US" sz="1100" dirty="0" smtClean="0"/>
            <a:t>Go-live/</a:t>
          </a:r>
          <a:r>
            <a:rPr lang="en-US" sz="1100" dirty="0" err="1" smtClean="0"/>
            <a:t>Hypercare</a:t>
          </a:r>
          <a:endParaRPr lang="en-US" sz="1100" dirty="0"/>
        </a:p>
      </dgm:t>
    </dgm:pt>
    <dgm:pt modelId="{736609A8-6264-4EDF-BF9C-4ACFD0E25307}" type="parTrans" cxnId="{9BB3AEA0-00AF-424D-AF91-FDBD56976052}">
      <dgm:prSet/>
      <dgm:spPr/>
      <dgm:t>
        <a:bodyPr/>
        <a:lstStyle/>
        <a:p>
          <a:endParaRPr lang="en-US"/>
        </a:p>
      </dgm:t>
    </dgm:pt>
    <dgm:pt modelId="{5345208A-1AC2-4FF6-A9BE-074B6D3EC442}" type="sibTrans" cxnId="{9BB3AEA0-00AF-424D-AF91-FDBD56976052}">
      <dgm:prSet/>
      <dgm:spPr/>
      <dgm:t>
        <a:bodyPr/>
        <a:lstStyle/>
        <a:p>
          <a:endParaRPr lang="en-US"/>
        </a:p>
      </dgm:t>
    </dgm:pt>
    <dgm:pt modelId="{67473B55-4A58-441D-A1D8-82AAD1B4D24A}">
      <dgm:prSet phldrT="[Text]"/>
      <dgm:spPr/>
      <dgm:t>
        <a:bodyPr/>
        <a:lstStyle/>
        <a:p>
          <a:r>
            <a:rPr lang="en-US" dirty="0" smtClean="0"/>
            <a:t>By Technical Agency (</a:t>
          </a:r>
          <a:r>
            <a:rPr lang="en-US" dirty="0" err="1" smtClean="0"/>
            <a:t>Dev</a:t>
          </a:r>
          <a:r>
            <a:rPr lang="en-US" dirty="0" smtClean="0"/>
            <a:t> and Ops Team)</a:t>
          </a:r>
          <a:endParaRPr lang="en-US" dirty="0"/>
        </a:p>
      </dgm:t>
    </dgm:pt>
    <dgm:pt modelId="{3074FF23-CA57-4C5F-8A66-54A9F012DC1E}" type="parTrans" cxnId="{842A4FAC-F2BD-4F3B-BB27-5EC65AD60A7D}">
      <dgm:prSet/>
      <dgm:spPr/>
      <dgm:t>
        <a:bodyPr/>
        <a:lstStyle/>
        <a:p>
          <a:endParaRPr lang="en-US"/>
        </a:p>
      </dgm:t>
    </dgm:pt>
    <dgm:pt modelId="{9B7CF9C2-CEF3-4531-AA44-F8898A19BFD1}" type="sibTrans" cxnId="{842A4FAC-F2BD-4F3B-BB27-5EC65AD60A7D}">
      <dgm:prSet/>
      <dgm:spPr/>
      <dgm:t>
        <a:bodyPr/>
        <a:lstStyle/>
        <a:p>
          <a:endParaRPr lang="en-US"/>
        </a:p>
      </dgm:t>
    </dgm:pt>
    <dgm:pt modelId="{FF0962EB-CD6D-4EE2-B975-745CA4EBD608}">
      <dgm:prSet phldrT="[Text]"/>
      <dgm:spPr/>
      <dgm:t>
        <a:bodyPr/>
        <a:lstStyle/>
        <a:p>
          <a:r>
            <a:rPr lang="en-US" dirty="0" smtClean="0"/>
            <a:t>Validation co-ordination by </a:t>
          </a:r>
          <a:r>
            <a:rPr lang="en-US" dirty="0" err="1" smtClean="0"/>
            <a:t>Dev</a:t>
          </a:r>
          <a:r>
            <a:rPr lang="en-US" dirty="0" smtClean="0"/>
            <a:t> and Ops Specialists</a:t>
          </a:r>
          <a:endParaRPr lang="en-US" dirty="0"/>
        </a:p>
      </dgm:t>
    </dgm:pt>
    <dgm:pt modelId="{874A0E8B-6C99-4403-BCDE-50ABF2DC2F7E}" type="parTrans" cxnId="{0893F33C-F427-4C1E-9C00-38CFA61A5A3C}">
      <dgm:prSet/>
      <dgm:spPr/>
      <dgm:t>
        <a:bodyPr/>
        <a:lstStyle/>
        <a:p>
          <a:endParaRPr lang="en-US"/>
        </a:p>
      </dgm:t>
    </dgm:pt>
    <dgm:pt modelId="{FED14EC3-4470-49CE-8B0E-8E21B2FB02C2}" type="sibTrans" cxnId="{0893F33C-F427-4C1E-9C00-38CFA61A5A3C}">
      <dgm:prSet/>
      <dgm:spPr/>
      <dgm:t>
        <a:bodyPr/>
        <a:lstStyle/>
        <a:p>
          <a:endParaRPr lang="en-US"/>
        </a:p>
      </dgm:t>
    </dgm:pt>
    <dgm:pt modelId="{3A0C1CC0-3484-4D70-B5A2-17FE887B4B0F}">
      <dgm:prSet phldrT="[Text]" custT="1"/>
      <dgm:spPr/>
      <dgm:t>
        <a:bodyPr/>
        <a:lstStyle/>
        <a:p>
          <a:r>
            <a:rPr lang="en-US" sz="1100" dirty="0" smtClean="0"/>
            <a:t>Go live Support</a:t>
          </a:r>
          <a:endParaRPr lang="en-US" sz="1100" dirty="0"/>
        </a:p>
      </dgm:t>
    </dgm:pt>
    <dgm:pt modelId="{9260CFA6-E77A-45ED-9E20-BD2D09AB208A}" type="parTrans" cxnId="{6FA92F8E-B8AC-4577-AB03-4170285C2E4F}">
      <dgm:prSet/>
      <dgm:spPr/>
      <dgm:t>
        <a:bodyPr/>
        <a:lstStyle/>
        <a:p>
          <a:endParaRPr lang="en-US"/>
        </a:p>
      </dgm:t>
    </dgm:pt>
    <dgm:pt modelId="{D807B607-A707-4297-9697-0088246058C8}" type="sibTrans" cxnId="{6FA92F8E-B8AC-4577-AB03-4170285C2E4F}">
      <dgm:prSet/>
      <dgm:spPr/>
      <dgm:t>
        <a:bodyPr/>
        <a:lstStyle/>
        <a:p>
          <a:endParaRPr lang="en-US"/>
        </a:p>
      </dgm:t>
    </dgm:pt>
    <dgm:pt modelId="{99B56BF7-C33F-4A23-8263-A620E44B1A97}">
      <dgm:prSet phldrT="[Text]"/>
      <dgm:spPr/>
      <dgm:t>
        <a:bodyPr/>
        <a:lstStyle/>
        <a:p>
          <a:r>
            <a:rPr lang="en-US" dirty="0" smtClean="0"/>
            <a:t>By Ops specialist with ticket requests</a:t>
          </a:r>
          <a:endParaRPr lang="en-US" dirty="0"/>
        </a:p>
      </dgm:t>
    </dgm:pt>
    <dgm:pt modelId="{C0B1B1D1-76E9-45F4-8074-216FCAD6C1BA}" type="parTrans" cxnId="{E3A10230-436A-4599-9080-A07D1C168527}">
      <dgm:prSet/>
      <dgm:spPr/>
      <dgm:t>
        <a:bodyPr/>
        <a:lstStyle/>
        <a:p>
          <a:endParaRPr lang="en-US"/>
        </a:p>
      </dgm:t>
    </dgm:pt>
    <dgm:pt modelId="{92C9E4BC-5226-4449-830D-118735410585}" type="sibTrans" cxnId="{E3A10230-436A-4599-9080-A07D1C168527}">
      <dgm:prSet/>
      <dgm:spPr/>
      <dgm:t>
        <a:bodyPr/>
        <a:lstStyle/>
        <a:p>
          <a:endParaRPr lang="en-US"/>
        </a:p>
      </dgm:t>
    </dgm:pt>
    <dgm:pt modelId="{A7D3CE95-81D3-4BA4-990E-BDE8CC82A8AA}">
      <dgm:prSet phldrT="[Text]"/>
      <dgm:spPr/>
      <dgm:t>
        <a:bodyPr/>
        <a:lstStyle/>
        <a:p>
          <a:r>
            <a:rPr lang="en-US" dirty="0" smtClean="0"/>
            <a:t>Tech agency M&amp;O team responding to the requests</a:t>
          </a:r>
          <a:endParaRPr lang="en-US" dirty="0"/>
        </a:p>
      </dgm:t>
    </dgm:pt>
    <dgm:pt modelId="{3A834512-8651-4157-8449-00D2D9BEFCD8}" type="parTrans" cxnId="{30B2BE68-5483-4A10-AB61-746D5B540144}">
      <dgm:prSet/>
      <dgm:spPr/>
      <dgm:t>
        <a:bodyPr/>
        <a:lstStyle/>
        <a:p>
          <a:endParaRPr lang="en-US"/>
        </a:p>
      </dgm:t>
    </dgm:pt>
    <dgm:pt modelId="{4C70602F-6EF5-4976-AF0F-71DFB0819CC5}" type="sibTrans" cxnId="{30B2BE68-5483-4A10-AB61-746D5B540144}">
      <dgm:prSet/>
      <dgm:spPr/>
      <dgm:t>
        <a:bodyPr/>
        <a:lstStyle/>
        <a:p>
          <a:endParaRPr lang="en-US"/>
        </a:p>
      </dgm:t>
    </dgm:pt>
    <dgm:pt modelId="{0ACB0681-BA44-4D05-8732-BF808E87095A}">
      <dgm:prSet phldrT="[Text]" custT="1"/>
      <dgm:spPr/>
      <dgm:t>
        <a:bodyPr/>
        <a:lstStyle/>
        <a:p>
          <a:r>
            <a:rPr lang="en-US" sz="1100" dirty="0" smtClean="0"/>
            <a:t>Kickoff/Design</a:t>
          </a:r>
          <a:endParaRPr lang="en-US" sz="1100" dirty="0"/>
        </a:p>
      </dgm:t>
    </dgm:pt>
    <dgm:pt modelId="{94683EA2-2F0A-4F27-AD9F-F318C7ACA681}" type="parTrans" cxnId="{FFB59CEC-4009-4979-ACA1-D26556AD479B}">
      <dgm:prSet/>
      <dgm:spPr/>
      <dgm:t>
        <a:bodyPr/>
        <a:lstStyle/>
        <a:p>
          <a:endParaRPr lang="en-US"/>
        </a:p>
      </dgm:t>
    </dgm:pt>
    <dgm:pt modelId="{C909553E-E9B7-488B-9DDE-F465170807AF}" type="sibTrans" cxnId="{FFB59CEC-4009-4979-ACA1-D26556AD479B}">
      <dgm:prSet/>
      <dgm:spPr/>
      <dgm:t>
        <a:bodyPr/>
        <a:lstStyle/>
        <a:p>
          <a:endParaRPr lang="en-US"/>
        </a:p>
      </dgm:t>
    </dgm:pt>
    <dgm:pt modelId="{8453EC51-A2ED-4873-87CC-ADF95DA1380C}">
      <dgm:prSet phldrT="[Text]"/>
      <dgm:spPr/>
      <dgm:t>
        <a:bodyPr/>
        <a:lstStyle/>
        <a:p>
          <a:r>
            <a:rPr lang="en-US" dirty="0" smtClean="0"/>
            <a:t>By </a:t>
          </a:r>
          <a:r>
            <a:rPr lang="en-US" dirty="0" err="1" smtClean="0"/>
            <a:t>Dev</a:t>
          </a:r>
          <a:r>
            <a:rPr lang="en-US" dirty="0" smtClean="0"/>
            <a:t> Specialist and Tech agency</a:t>
          </a:r>
          <a:endParaRPr lang="en-US" dirty="0"/>
        </a:p>
      </dgm:t>
    </dgm:pt>
    <dgm:pt modelId="{6AEBA5AE-F684-4CB6-9F98-FF4C594FC5B9}" type="parTrans" cxnId="{EEEC6A83-71F1-47EA-A310-01CB2D38B74D}">
      <dgm:prSet/>
      <dgm:spPr/>
      <dgm:t>
        <a:bodyPr/>
        <a:lstStyle/>
        <a:p>
          <a:endParaRPr lang="en-US"/>
        </a:p>
      </dgm:t>
    </dgm:pt>
    <dgm:pt modelId="{DA06804E-DC5E-4B10-9D50-37A4824DD6BD}" type="sibTrans" cxnId="{EEEC6A83-71F1-47EA-A310-01CB2D38B74D}">
      <dgm:prSet/>
      <dgm:spPr/>
      <dgm:t>
        <a:bodyPr/>
        <a:lstStyle/>
        <a:p>
          <a:endParaRPr lang="en-US"/>
        </a:p>
      </dgm:t>
    </dgm:pt>
    <dgm:pt modelId="{EB651043-A73E-4EDC-981C-76A9369F0AE6}">
      <dgm:prSet phldrT="[Text]"/>
      <dgm:spPr/>
      <dgm:t>
        <a:bodyPr/>
        <a:lstStyle/>
        <a:p>
          <a:r>
            <a:rPr lang="en-US" dirty="0" smtClean="0"/>
            <a:t>In Staging</a:t>
          </a:r>
          <a:endParaRPr lang="en-US" dirty="0"/>
        </a:p>
      </dgm:t>
    </dgm:pt>
    <dgm:pt modelId="{013911AC-E406-48AE-A562-0206F43003CD}" type="sibTrans" cxnId="{ADCCE77A-740F-4E9B-9A6C-2E110DF0A000}">
      <dgm:prSet/>
      <dgm:spPr/>
      <dgm:t>
        <a:bodyPr/>
        <a:lstStyle/>
        <a:p>
          <a:endParaRPr lang="en-US"/>
        </a:p>
      </dgm:t>
    </dgm:pt>
    <dgm:pt modelId="{ECDF3BA8-52AC-41B7-9BFE-C2CE6E708943}" type="parTrans" cxnId="{ADCCE77A-740F-4E9B-9A6C-2E110DF0A000}">
      <dgm:prSet/>
      <dgm:spPr/>
      <dgm:t>
        <a:bodyPr/>
        <a:lstStyle/>
        <a:p>
          <a:endParaRPr lang="en-US"/>
        </a:p>
      </dgm:t>
    </dgm:pt>
    <dgm:pt modelId="{97F003FB-6304-46A1-A874-E5A1B16F7153}" type="pres">
      <dgm:prSet presAssocID="{15926DF9-1E2F-4D1A-AB2E-4220BC358120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26EA137-42C8-4835-B634-91580B447830}" type="pres">
      <dgm:prSet presAssocID="{0ACB0681-BA44-4D05-8732-BF808E87095A}" presName="composite" presStyleCnt="0"/>
      <dgm:spPr/>
    </dgm:pt>
    <dgm:pt modelId="{512B047F-4376-437C-8D8B-F3281C71DA63}" type="pres">
      <dgm:prSet presAssocID="{0ACB0681-BA44-4D05-8732-BF808E87095A}" presName="parentText" presStyleLbl="alignNode1" presStyleIdx="0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6459273-1C04-4E20-B65D-5B6A9CB08A8D}" type="pres">
      <dgm:prSet presAssocID="{0ACB0681-BA44-4D05-8732-BF808E87095A}" presName="descendantText" presStyleLbl="alignAcc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A5CEACD-5AA3-42D1-9E96-4BDA29A37B19}" type="pres">
      <dgm:prSet presAssocID="{C909553E-E9B7-488B-9DDE-F465170807AF}" presName="sp" presStyleCnt="0"/>
      <dgm:spPr/>
    </dgm:pt>
    <dgm:pt modelId="{1C86727F-D19B-41A1-96D5-CB8BD28E763A}" type="pres">
      <dgm:prSet presAssocID="{BCD5955E-4BAE-4E06-9C0E-9039E1569FFB}" presName="composite" presStyleCnt="0"/>
      <dgm:spPr/>
    </dgm:pt>
    <dgm:pt modelId="{1BB5F002-FE85-414F-B75D-F9DFA4C21A8C}" type="pres">
      <dgm:prSet presAssocID="{BCD5955E-4BAE-4E06-9C0E-9039E1569FFB}" presName="parentText" presStyleLbl="alignNode1" presStyleIdx="1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1FECBC9-84A6-43CF-94FA-B3F98FA2A379}" type="pres">
      <dgm:prSet presAssocID="{BCD5955E-4BAE-4E06-9C0E-9039E1569FFB}" presName="descendantText" presStyleLbl="alignAcc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06972A5-D606-4B00-B463-EB762610CEA9}" type="pres">
      <dgm:prSet presAssocID="{7F96D574-7BE1-4BAF-BEFB-C09B18DCED8A}" presName="sp" presStyleCnt="0"/>
      <dgm:spPr/>
    </dgm:pt>
    <dgm:pt modelId="{5C141599-B22C-4792-959B-11270E3348C9}" type="pres">
      <dgm:prSet presAssocID="{2765DA45-4B6F-4B73-85FC-105D2D332398}" presName="composite" presStyleCnt="0"/>
      <dgm:spPr/>
    </dgm:pt>
    <dgm:pt modelId="{333A060C-A180-443B-BE62-8E521743A2D5}" type="pres">
      <dgm:prSet presAssocID="{2765DA45-4B6F-4B73-85FC-105D2D332398}" presName="parentText" presStyleLbl="alignNode1" presStyleIdx="2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325F3CD-F1D9-4D5E-9CCE-5F5527D81C79}" type="pres">
      <dgm:prSet presAssocID="{2765DA45-4B6F-4B73-85FC-105D2D332398}" presName="descendantText" presStyleLbl="alignAcc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D845685-3805-4ACE-A674-CA75840FA156}" type="pres">
      <dgm:prSet presAssocID="{A3EAB028-C1FB-4F91-A139-39B83B0640C0}" presName="sp" presStyleCnt="0"/>
      <dgm:spPr/>
    </dgm:pt>
    <dgm:pt modelId="{B3AE9A82-BC0C-4BB9-A30D-C4C7E47646B2}" type="pres">
      <dgm:prSet presAssocID="{68A5F26B-6EF7-4286-ACAC-DB6745D29FF8}" presName="composite" presStyleCnt="0"/>
      <dgm:spPr/>
    </dgm:pt>
    <dgm:pt modelId="{D6988980-F066-4C16-AC24-EECE559FD9E6}" type="pres">
      <dgm:prSet presAssocID="{68A5F26B-6EF7-4286-ACAC-DB6745D29FF8}" presName="parentText" presStyleLbl="alignNode1" presStyleIdx="3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01867CE-C1E2-433F-8749-550F8CBED03F}" type="pres">
      <dgm:prSet presAssocID="{68A5F26B-6EF7-4286-ACAC-DB6745D29FF8}" presName="descendantText" presStyleLbl="alignAcc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23B053C-EBDF-49AE-87E8-95BF481B0061}" type="pres">
      <dgm:prSet presAssocID="{5345208A-1AC2-4FF6-A9BE-074B6D3EC442}" presName="sp" presStyleCnt="0"/>
      <dgm:spPr/>
    </dgm:pt>
    <dgm:pt modelId="{121DBE9D-8B51-4FC8-8CA0-9398F0D0E80B}" type="pres">
      <dgm:prSet presAssocID="{3A0C1CC0-3484-4D70-B5A2-17FE887B4B0F}" presName="composite" presStyleCnt="0"/>
      <dgm:spPr/>
    </dgm:pt>
    <dgm:pt modelId="{71AF32F9-3EB4-4FC0-B568-6939C0319B29}" type="pres">
      <dgm:prSet presAssocID="{3A0C1CC0-3484-4D70-B5A2-17FE887B4B0F}" presName="parentText" presStyleLbl="alignNode1" presStyleIdx="4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C4FF7B3-D4FB-4DAC-8F69-802A115AAFC4}" type="pres">
      <dgm:prSet presAssocID="{3A0C1CC0-3484-4D70-B5A2-17FE887B4B0F}" presName="descendantText" presStyleLbl="alignAcc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C180C05-85AD-40B2-844A-F5C2638FCE30}" type="presOf" srcId="{67473B55-4A58-441D-A1D8-82AAD1B4D24A}" destId="{D01867CE-C1E2-433F-8749-550F8CBED03F}" srcOrd="0" destOrd="0" presId="urn:microsoft.com/office/officeart/2005/8/layout/chevron2"/>
    <dgm:cxn modelId="{D58CA554-CDDE-4B7F-89C3-E935CC95E3F2}" type="presOf" srcId="{BCD5955E-4BAE-4E06-9C0E-9039E1569FFB}" destId="{1BB5F002-FE85-414F-B75D-F9DFA4C21A8C}" srcOrd="0" destOrd="0" presId="urn:microsoft.com/office/officeart/2005/8/layout/chevron2"/>
    <dgm:cxn modelId="{3643630A-8870-4325-B9E9-FD8D7913E018}" type="presOf" srcId="{3A0C1CC0-3484-4D70-B5A2-17FE887B4B0F}" destId="{71AF32F9-3EB4-4FC0-B568-6939C0319B29}" srcOrd="0" destOrd="0" presId="urn:microsoft.com/office/officeart/2005/8/layout/chevron2"/>
    <dgm:cxn modelId="{6528F526-B2D1-4624-B1F9-3AA2667CD1FE}" srcId="{BCD5955E-4BAE-4E06-9C0E-9039E1569FFB}" destId="{D43E00DB-336E-4EDC-9DBF-BC1B7B3A080A}" srcOrd="0" destOrd="0" parTransId="{B59BF89F-BD5F-4434-B652-5115E5430B0E}" sibTransId="{5FE67640-0F27-4238-9D72-EBC2848E962D}"/>
    <dgm:cxn modelId="{B28BB673-1EDF-430D-AB55-A99F399695C6}" type="presOf" srcId="{D43E00DB-336E-4EDC-9DBF-BC1B7B3A080A}" destId="{01FECBC9-84A6-43CF-94FA-B3F98FA2A379}" srcOrd="0" destOrd="0" presId="urn:microsoft.com/office/officeart/2005/8/layout/chevron2"/>
    <dgm:cxn modelId="{E3A10230-436A-4599-9080-A07D1C168527}" srcId="{3A0C1CC0-3484-4D70-B5A2-17FE887B4B0F}" destId="{99B56BF7-C33F-4A23-8263-A620E44B1A97}" srcOrd="0" destOrd="0" parTransId="{C0B1B1D1-76E9-45F4-8074-216FCAD6C1BA}" sibTransId="{92C9E4BC-5226-4449-830D-118735410585}"/>
    <dgm:cxn modelId="{58314AF2-81A9-490D-AD63-6F45EFE2E7EB}" type="presOf" srcId="{68A5F26B-6EF7-4286-ACAC-DB6745D29FF8}" destId="{D6988980-F066-4C16-AC24-EECE559FD9E6}" srcOrd="0" destOrd="0" presId="urn:microsoft.com/office/officeart/2005/8/layout/chevron2"/>
    <dgm:cxn modelId="{6F7A88D5-0927-4733-820E-435B3AFD2CB9}" type="presOf" srcId="{A7D3CE95-81D3-4BA4-990E-BDE8CC82A8AA}" destId="{8C4FF7B3-D4FB-4DAC-8F69-802A115AAFC4}" srcOrd="0" destOrd="1" presId="urn:microsoft.com/office/officeart/2005/8/layout/chevron2"/>
    <dgm:cxn modelId="{ED3B818E-E156-4230-96AC-9F7C71F423AD}" type="presOf" srcId="{2765DA45-4B6F-4B73-85FC-105D2D332398}" destId="{333A060C-A180-443B-BE62-8E521743A2D5}" srcOrd="0" destOrd="0" presId="urn:microsoft.com/office/officeart/2005/8/layout/chevron2"/>
    <dgm:cxn modelId="{30B2BE68-5483-4A10-AB61-746D5B540144}" srcId="{3A0C1CC0-3484-4D70-B5A2-17FE887B4B0F}" destId="{A7D3CE95-81D3-4BA4-990E-BDE8CC82A8AA}" srcOrd="1" destOrd="0" parTransId="{3A834512-8651-4157-8449-00D2D9BEFCD8}" sibTransId="{4C70602F-6EF5-4976-AF0F-71DFB0819CC5}"/>
    <dgm:cxn modelId="{6FA92F8E-B8AC-4577-AB03-4170285C2E4F}" srcId="{15926DF9-1E2F-4D1A-AB2E-4220BC358120}" destId="{3A0C1CC0-3484-4D70-B5A2-17FE887B4B0F}" srcOrd="4" destOrd="0" parTransId="{9260CFA6-E77A-45ED-9E20-BD2D09AB208A}" sibTransId="{D807B607-A707-4297-9697-0088246058C8}"/>
    <dgm:cxn modelId="{0114F702-0FBF-4E6B-8865-741E89948C23}" srcId="{2765DA45-4B6F-4B73-85FC-105D2D332398}" destId="{319A22EF-9E47-4ED5-BEA9-32D6043C1FEB}" srcOrd="1" destOrd="0" parTransId="{C9AC57B4-8312-4199-A936-2003877D54D1}" sibTransId="{8975C408-3225-4A33-B8D7-8BBA40DFA895}"/>
    <dgm:cxn modelId="{BA19EF73-3874-4CE8-8CEA-723ECC7E1B6E}" type="presOf" srcId="{99B56BF7-C33F-4A23-8263-A620E44B1A97}" destId="{8C4FF7B3-D4FB-4DAC-8F69-802A115AAFC4}" srcOrd="0" destOrd="0" presId="urn:microsoft.com/office/officeart/2005/8/layout/chevron2"/>
    <dgm:cxn modelId="{EEEC6A83-71F1-47EA-A310-01CB2D38B74D}" srcId="{0ACB0681-BA44-4D05-8732-BF808E87095A}" destId="{8453EC51-A2ED-4873-87CC-ADF95DA1380C}" srcOrd="0" destOrd="0" parTransId="{6AEBA5AE-F684-4CB6-9F98-FF4C594FC5B9}" sibTransId="{DA06804E-DC5E-4B10-9D50-37A4824DD6BD}"/>
    <dgm:cxn modelId="{DA4EE686-11D0-4433-9A5F-B00FB51834C0}" type="presOf" srcId="{15926DF9-1E2F-4D1A-AB2E-4220BC358120}" destId="{97F003FB-6304-46A1-A874-E5A1B16F7153}" srcOrd="0" destOrd="0" presId="urn:microsoft.com/office/officeart/2005/8/layout/chevron2"/>
    <dgm:cxn modelId="{ADCCE77A-740F-4E9B-9A6C-2E110DF0A000}" srcId="{2765DA45-4B6F-4B73-85FC-105D2D332398}" destId="{EB651043-A73E-4EDC-981C-76A9369F0AE6}" srcOrd="0" destOrd="0" parTransId="{ECDF3BA8-52AC-41B7-9BFE-C2CE6E708943}" sibTransId="{013911AC-E406-48AE-A562-0206F43003CD}"/>
    <dgm:cxn modelId="{ABE4FBE8-970F-43C3-84B6-2FDDA2FCF243}" type="presOf" srcId="{0ACB0681-BA44-4D05-8732-BF808E87095A}" destId="{512B047F-4376-437C-8D8B-F3281C71DA63}" srcOrd="0" destOrd="0" presId="urn:microsoft.com/office/officeart/2005/8/layout/chevron2"/>
    <dgm:cxn modelId="{843E5D86-128F-4B7A-BF9E-0EBCE8EB6E91}" srcId="{15926DF9-1E2F-4D1A-AB2E-4220BC358120}" destId="{BCD5955E-4BAE-4E06-9C0E-9039E1569FFB}" srcOrd="1" destOrd="0" parTransId="{F371881A-41B6-474F-BA90-3A02CD2986BC}" sibTransId="{7F96D574-7BE1-4BAF-BEFB-C09B18DCED8A}"/>
    <dgm:cxn modelId="{85112B15-24FD-458C-9A14-8B7295E4194D}" srcId="{15926DF9-1E2F-4D1A-AB2E-4220BC358120}" destId="{2765DA45-4B6F-4B73-85FC-105D2D332398}" srcOrd="2" destOrd="0" parTransId="{67A08B97-B3E5-4705-BDB4-E2B51CF0BDF1}" sibTransId="{A3EAB028-C1FB-4F91-A139-39B83B0640C0}"/>
    <dgm:cxn modelId="{0893F33C-F427-4C1E-9C00-38CFA61A5A3C}" srcId="{68A5F26B-6EF7-4286-ACAC-DB6745D29FF8}" destId="{FF0962EB-CD6D-4EE2-B975-745CA4EBD608}" srcOrd="1" destOrd="0" parTransId="{874A0E8B-6C99-4403-BCDE-50ABF2DC2F7E}" sibTransId="{FED14EC3-4470-49CE-8B0E-8E21B2FB02C2}"/>
    <dgm:cxn modelId="{FFB59CEC-4009-4979-ACA1-D26556AD479B}" srcId="{15926DF9-1E2F-4D1A-AB2E-4220BC358120}" destId="{0ACB0681-BA44-4D05-8732-BF808E87095A}" srcOrd="0" destOrd="0" parTransId="{94683EA2-2F0A-4F27-AD9F-F318C7ACA681}" sibTransId="{C909553E-E9B7-488B-9DDE-F465170807AF}"/>
    <dgm:cxn modelId="{9BB3AEA0-00AF-424D-AF91-FDBD56976052}" srcId="{15926DF9-1E2F-4D1A-AB2E-4220BC358120}" destId="{68A5F26B-6EF7-4286-ACAC-DB6745D29FF8}" srcOrd="3" destOrd="0" parTransId="{736609A8-6264-4EDF-BF9C-4ACFD0E25307}" sibTransId="{5345208A-1AC2-4FF6-A9BE-074B6D3EC442}"/>
    <dgm:cxn modelId="{62703238-2F25-4DBB-BC62-C6D150601902}" type="presOf" srcId="{EB651043-A73E-4EDC-981C-76A9369F0AE6}" destId="{6325F3CD-F1D9-4D5E-9CCE-5F5527D81C79}" srcOrd="0" destOrd="0" presId="urn:microsoft.com/office/officeart/2005/8/layout/chevron2"/>
    <dgm:cxn modelId="{C04E6AFA-E611-4BC0-8550-086D10300BC0}" type="presOf" srcId="{FF0962EB-CD6D-4EE2-B975-745CA4EBD608}" destId="{D01867CE-C1E2-433F-8749-550F8CBED03F}" srcOrd="0" destOrd="1" presId="urn:microsoft.com/office/officeart/2005/8/layout/chevron2"/>
    <dgm:cxn modelId="{842A4FAC-F2BD-4F3B-BB27-5EC65AD60A7D}" srcId="{68A5F26B-6EF7-4286-ACAC-DB6745D29FF8}" destId="{67473B55-4A58-441D-A1D8-82AAD1B4D24A}" srcOrd="0" destOrd="0" parTransId="{3074FF23-CA57-4C5F-8A66-54A9F012DC1E}" sibTransId="{9B7CF9C2-CEF3-4531-AA44-F8898A19BFD1}"/>
    <dgm:cxn modelId="{7137751F-B8D8-4A6E-8D12-DE0488BEA3E6}" type="presOf" srcId="{319A22EF-9E47-4ED5-BEA9-32D6043C1FEB}" destId="{6325F3CD-F1D9-4D5E-9CCE-5F5527D81C79}" srcOrd="0" destOrd="1" presId="urn:microsoft.com/office/officeart/2005/8/layout/chevron2"/>
    <dgm:cxn modelId="{89A22B52-FC8A-40B6-A87D-48E48CE20765}" type="presOf" srcId="{8453EC51-A2ED-4873-87CC-ADF95DA1380C}" destId="{A6459273-1C04-4E20-B65D-5B6A9CB08A8D}" srcOrd="0" destOrd="0" presId="urn:microsoft.com/office/officeart/2005/8/layout/chevron2"/>
    <dgm:cxn modelId="{3E0A12FC-1455-4AE4-B7B0-D077303F4D85}" type="presParOf" srcId="{97F003FB-6304-46A1-A874-E5A1B16F7153}" destId="{B26EA137-42C8-4835-B634-91580B447830}" srcOrd="0" destOrd="0" presId="urn:microsoft.com/office/officeart/2005/8/layout/chevron2"/>
    <dgm:cxn modelId="{6DBD7FBB-4E0B-41D2-8DC6-31FD688C4AA7}" type="presParOf" srcId="{B26EA137-42C8-4835-B634-91580B447830}" destId="{512B047F-4376-437C-8D8B-F3281C71DA63}" srcOrd="0" destOrd="0" presId="urn:microsoft.com/office/officeart/2005/8/layout/chevron2"/>
    <dgm:cxn modelId="{6566EC99-8565-4808-BD31-1162911AD176}" type="presParOf" srcId="{B26EA137-42C8-4835-B634-91580B447830}" destId="{A6459273-1C04-4E20-B65D-5B6A9CB08A8D}" srcOrd="1" destOrd="0" presId="urn:microsoft.com/office/officeart/2005/8/layout/chevron2"/>
    <dgm:cxn modelId="{9E72E138-8BBF-44C6-B539-6722E31BF08F}" type="presParOf" srcId="{97F003FB-6304-46A1-A874-E5A1B16F7153}" destId="{BA5CEACD-5AA3-42D1-9E96-4BDA29A37B19}" srcOrd="1" destOrd="0" presId="urn:microsoft.com/office/officeart/2005/8/layout/chevron2"/>
    <dgm:cxn modelId="{D7EFA66B-93DE-4FC5-ACD3-E4E6833362FD}" type="presParOf" srcId="{97F003FB-6304-46A1-A874-E5A1B16F7153}" destId="{1C86727F-D19B-41A1-96D5-CB8BD28E763A}" srcOrd="2" destOrd="0" presId="urn:microsoft.com/office/officeart/2005/8/layout/chevron2"/>
    <dgm:cxn modelId="{8CA6A441-1ACB-484B-A73C-D1C8C82DCBB3}" type="presParOf" srcId="{1C86727F-D19B-41A1-96D5-CB8BD28E763A}" destId="{1BB5F002-FE85-414F-B75D-F9DFA4C21A8C}" srcOrd="0" destOrd="0" presId="urn:microsoft.com/office/officeart/2005/8/layout/chevron2"/>
    <dgm:cxn modelId="{9026CAC7-587C-4D50-8FDD-762FD0304BD2}" type="presParOf" srcId="{1C86727F-D19B-41A1-96D5-CB8BD28E763A}" destId="{01FECBC9-84A6-43CF-94FA-B3F98FA2A379}" srcOrd="1" destOrd="0" presId="urn:microsoft.com/office/officeart/2005/8/layout/chevron2"/>
    <dgm:cxn modelId="{CC19F057-677C-4D0D-836A-AF731F1F453D}" type="presParOf" srcId="{97F003FB-6304-46A1-A874-E5A1B16F7153}" destId="{406972A5-D606-4B00-B463-EB762610CEA9}" srcOrd="3" destOrd="0" presId="urn:microsoft.com/office/officeart/2005/8/layout/chevron2"/>
    <dgm:cxn modelId="{3A19C99F-63BF-4F95-A616-949A0394BEF7}" type="presParOf" srcId="{97F003FB-6304-46A1-A874-E5A1B16F7153}" destId="{5C141599-B22C-4792-959B-11270E3348C9}" srcOrd="4" destOrd="0" presId="urn:microsoft.com/office/officeart/2005/8/layout/chevron2"/>
    <dgm:cxn modelId="{B9E3A3D3-783E-4D43-97CB-F7DF5E0A3920}" type="presParOf" srcId="{5C141599-B22C-4792-959B-11270E3348C9}" destId="{333A060C-A180-443B-BE62-8E521743A2D5}" srcOrd="0" destOrd="0" presId="urn:microsoft.com/office/officeart/2005/8/layout/chevron2"/>
    <dgm:cxn modelId="{2024B490-1056-48EC-B1F4-F16E83A02284}" type="presParOf" srcId="{5C141599-B22C-4792-959B-11270E3348C9}" destId="{6325F3CD-F1D9-4D5E-9CCE-5F5527D81C79}" srcOrd="1" destOrd="0" presId="urn:microsoft.com/office/officeart/2005/8/layout/chevron2"/>
    <dgm:cxn modelId="{43C50B35-0893-4575-93C1-6E0A884578A6}" type="presParOf" srcId="{97F003FB-6304-46A1-A874-E5A1B16F7153}" destId="{6D845685-3805-4ACE-A674-CA75840FA156}" srcOrd="5" destOrd="0" presId="urn:microsoft.com/office/officeart/2005/8/layout/chevron2"/>
    <dgm:cxn modelId="{068ECA8F-A5FD-496D-8FCA-F71B20FD74EE}" type="presParOf" srcId="{97F003FB-6304-46A1-A874-E5A1B16F7153}" destId="{B3AE9A82-BC0C-4BB9-A30D-C4C7E47646B2}" srcOrd="6" destOrd="0" presId="urn:microsoft.com/office/officeart/2005/8/layout/chevron2"/>
    <dgm:cxn modelId="{BB10D8C8-9047-44CE-B00A-A6DCE6581A43}" type="presParOf" srcId="{B3AE9A82-BC0C-4BB9-A30D-C4C7E47646B2}" destId="{D6988980-F066-4C16-AC24-EECE559FD9E6}" srcOrd="0" destOrd="0" presId="urn:microsoft.com/office/officeart/2005/8/layout/chevron2"/>
    <dgm:cxn modelId="{82A362DA-BCA4-4213-B7D3-BEC178377923}" type="presParOf" srcId="{B3AE9A82-BC0C-4BB9-A30D-C4C7E47646B2}" destId="{D01867CE-C1E2-433F-8749-550F8CBED03F}" srcOrd="1" destOrd="0" presId="urn:microsoft.com/office/officeart/2005/8/layout/chevron2"/>
    <dgm:cxn modelId="{8D479709-6718-400F-981C-4FADA5DEEF76}" type="presParOf" srcId="{97F003FB-6304-46A1-A874-E5A1B16F7153}" destId="{623B053C-EBDF-49AE-87E8-95BF481B0061}" srcOrd="7" destOrd="0" presId="urn:microsoft.com/office/officeart/2005/8/layout/chevron2"/>
    <dgm:cxn modelId="{06A74A86-20CB-4DB7-B5D3-41DDA7E22F98}" type="presParOf" srcId="{97F003FB-6304-46A1-A874-E5A1B16F7153}" destId="{121DBE9D-8B51-4FC8-8CA0-9398F0D0E80B}" srcOrd="8" destOrd="0" presId="urn:microsoft.com/office/officeart/2005/8/layout/chevron2"/>
    <dgm:cxn modelId="{3AC89300-140E-4572-B44B-451F9AAE6437}" type="presParOf" srcId="{121DBE9D-8B51-4FC8-8CA0-9398F0D0E80B}" destId="{71AF32F9-3EB4-4FC0-B568-6939C0319B29}" srcOrd="0" destOrd="0" presId="urn:microsoft.com/office/officeart/2005/8/layout/chevron2"/>
    <dgm:cxn modelId="{657DC020-2527-4880-9941-4885F70D54E5}" type="presParOf" srcId="{121DBE9D-8B51-4FC8-8CA0-9398F0D0E80B}" destId="{8C4FF7B3-D4FB-4DAC-8F69-802A115AAFC4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88C2311-43A9-441E-A37A-6B83BBD1886F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32037E8E-81C1-4E1A-B2B5-4A17CA4EA232}">
      <dgm:prSet phldrT="[Text]"/>
      <dgm:spPr/>
      <dgm:t>
        <a:bodyPr/>
        <a:lstStyle/>
        <a:p>
          <a:r>
            <a:rPr lang="en-US" dirty="0" smtClean="0"/>
            <a:t>Kick-off</a:t>
          </a:r>
          <a:endParaRPr lang="en-US" dirty="0"/>
        </a:p>
      </dgm:t>
    </dgm:pt>
    <dgm:pt modelId="{DF043821-5ED0-4769-A37C-254DB89D0902}" type="parTrans" cxnId="{7E68FF05-11A9-4CB4-B53D-B588DFEADB53}">
      <dgm:prSet/>
      <dgm:spPr/>
      <dgm:t>
        <a:bodyPr/>
        <a:lstStyle/>
        <a:p>
          <a:endParaRPr lang="en-US"/>
        </a:p>
      </dgm:t>
    </dgm:pt>
    <dgm:pt modelId="{9B69F1A2-E6A3-42C1-82CC-203EFCE07D79}" type="sibTrans" cxnId="{7E68FF05-11A9-4CB4-B53D-B588DFEADB53}">
      <dgm:prSet/>
      <dgm:spPr/>
      <dgm:t>
        <a:bodyPr/>
        <a:lstStyle/>
        <a:p>
          <a:endParaRPr lang="en-US"/>
        </a:p>
      </dgm:t>
    </dgm:pt>
    <dgm:pt modelId="{E75DA1B5-9507-4D04-A47C-F17081E6BB66}">
      <dgm:prSet phldrT="[Text]"/>
      <dgm:spPr/>
      <dgm:t>
        <a:bodyPr/>
        <a:lstStyle/>
        <a:p>
          <a:r>
            <a:rPr lang="en-US" dirty="0" smtClean="0"/>
            <a:t>Design</a:t>
          </a:r>
          <a:endParaRPr lang="en-US" dirty="0"/>
        </a:p>
      </dgm:t>
    </dgm:pt>
    <dgm:pt modelId="{1652052F-B5F3-40A2-8C55-DE8C6FE739EF}" type="parTrans" cxnId="{00E1AB9A-382F-44D8-8576-7F20B0D4C209}">
      <dgm:prSet/>
      <dgm:spPr/>
      <dgm:t>
        <a:bodyPr/>
        <a:lstStyle/>
        <a:p>
          <a:endParaRPr lang="en-US"/>
        </a:p>
      </dgm:t>
    </dgm:pt>
    <dgm:pt modelId="{AAC730F5-AC13-4D32-86BD-348B645E7AFE}" type="sibTrans" cxnId="{00E1AB9A-382F-44D8-8576-7F20B0D4C209}">
      <dgm:prSet/>
      <dgm:spPr/>
      <dgm:t>
        <a:bodyPr/>
        <a:lstStyle/>
        <a:p>
          <a:endParaRPr lang="en-US"/>
        </a:p>
      </dgm:t>
    </dgm:pt>
    <dgm:pt modelId="{D150FDEA-124F-49D8-A1A8-2A47D014353E}">
      <dgm:prSet phldrT="[Text]"/>
      <dgm:spPr/>
      <dgm:t>
        <a:bodyPr/>
        <a:lstStyle/>
        <a:p>
          <a:r>
            <a:rPr lang="en-US" dirty="0" smtClean="0"/>
            <a:t>Build</a:t>
          </a:r>
          <a:endParaRPr lang="en-US" dirty="0"/>
        </a:p>
      </dgm:t>
    </dgm:pt>
    <dgm:pt modelId="{F37CD107-7B93-43F7-8A69-5E38CCADA0C0}" type="parTrans" cxnId="{98FC4EA2-08F4-411F-BD2B-34DFC7A3BE33}">
      <dgm:prSet/>
      <dgm:spPr/>
      <dgm:t>
        <a:bodyPr/>
        <a:lstStyle/>
        <a:p>
          <a:endParaRPr lang="en-US"/>
        </a:p>
      </dgm:t>
    </dgm:pt>
    <dgm:pt modelId="{F2D4419B-48D1-4D9E-AF69-3BD1E0599B4C}" type="sibTrans" cxnId="{98FC4EA2-08F4-411F-BD2B-34DFC7A3BE33}">
      <dgm:prSet/>
      <dgm:spPr/>
      <dgm:t>
        <a:bodyPr/>
        <a:lstStyle/>
        <a:p>
          <a:endParaRPr lang="en-US"/>
        </a:p>
      </dgm:t>
    </dgm:pt>
    <dgm:pt modelId="{2B424D55-46B6-4DF9-8DAB-E6A3617CC6E0}">
      <dgm:prSet phldrT="[Text]"/>
      <dgm:spPr/>
      <dgm:t>
        <a:bodyPr/>
        <a:lstStyle/>
        <a:p>
          <a:r>
            <a:rPr lang="en-US" dirty="0" smtClean="0"/>
            <a:t>SIT</a:t>
          </a:r>
        </a:p>
      </dgm:t>
    </dgm:pt>
    <dgm:pt modelId="{CE997BF5-DE18-4ACC-8FFA-3954B51F4F39}" type="parTrans" cxnId="{D2341E44-B7F0-465C-825E-CAC30DA896EF}">
      <dgm:prSet/>
      <dgm:spPr/>
      <dgm:t>
        <a:bodyPr/>
        <a:lstStyle/>
        <a:p>
          <a:endParaRPr lang="en-US"/>
        </a:p>
      </dgm:t>
    </dgm:pt>
    <dgm:pt modelId="{906ACADC-381B-49D1-B9C5-F8DEF50AE5D8}" type="sibTrans" cxnId="{D2341E44-B7F0-465C-825E-CAC30DA896EF}">
      <dgm:prSet/>
      <dgm:spPr/>
      <dgm:t>
        <a:bodyPr/>
        <a:lstStyle/>
        <a:p>
          <a:endParaRPr lang="en-US"/>
        </a:p>
      </dgm:t>
    </dgm:pt>
    <dgm:pt modelId="{DB02E98D-42CF-4BCD-9DE1-DE9179D0C7AB}">
      <dgm:prSet phldrT="[Text]"/>
      <dgm:spPr/>
      <dgm:t>
        <a:bodyPr/>
        <a:lstStyle/>
        <a:p>
          <a:r>
            <a:rPr lang="en-US" dirty="0" smtClean="0"/>
            <a:t>UAT</a:t>
          </a:r>
        </a:p>
      </dgm:t>
    </dgm:pt>
    <dgm:pt modelId="{B98F26AB-9830-454D-8F94-DBBD90E968DD}" type="parTrans" cxnId="{EFF8D3AA-C5D4-4824-95CB-3F5F98CC802B}">
      <dgm:prSet/>
      <dgm:spPr/>
      <dgm:t>
        <a:bodyPr/>
        <a:lstStyle/>
        <a:p>
          <a:endParaRPr lang="en-US"/>
        </a:p>
      </dgm:t>
    </dgm:pt>
    <dgm:pt modelId="{CA6E1232-5852-4429-BF97-8738A7EAD08F}" type="sibTrans" cxnId="{EFF8D3AA-C5D4-4824-95CB-3F5F98CC802B}">
      <dgm:prSet/>
      <dgm:spPr/>
      <dgm:t>
        <a:bodyPr/>
        <a:lstStyle/>
        <a:p>
          <a:endParaRPr lang="en-US"/>
        </a:p>
      </dgm:t>
    </dgm:pt>
    <dgm:pt modelId="{8E419DAA-AFDB-48FD-8507-EAB542842A69}">
      <dgm:prSet phldrT="[Text]"/>
      <dgm:spPr/>
      <dgm:t>
        <a:bodyPr/>
        <a:lstStyle/>
        <a:p>
          <a:r>
            <a:rPr lang="en-US" dirty="0" smtClean="0"/>
            <a:t>Launch/Go-live</a:t>
          </a:r>
        </a:p>
      </dgm:t>
    </dgm:pt>
    <dgm:pt modelId="{5441016B-2792-4B9C-A40A-1E2959729C81}" type="parTrans" cxnId="{CACE28F0-CD13-4A58-8F7F-F510972BF22C}">
      <dgm:prSet/>
      <dgm:spPr/>
      <dgm:t>
        <a:bodyPr/>
        <a:lstStyle/>
        <a:p>
          <a:endParaRPr lang="en-US"/>
        </a:p>
      </dgm:t>
    </dgm:pt>
    <dgm:pt modelId="{271525B1-952F-4865-97C0-795428C4F262}" type="sibTrans" cxnId="{CACE28F0-CD13-4A58-8F7F-F510972BF22C}">
      <dgm:prSet/>
      <dgm:spPr/>
      <dgm:t>
        <a:bodyPr/>
        <a:lstStyle/>
        <a:p>
          <a:endParaRPr lang="en-US"/>
        </a:p>
      </dgm:t>
    </dgm:pt>
    <dgm:pt modelId="{23D1B1BA-3525-440E-AD8C-AA0ADFE4FFA5}">
      <dgm:prSet phldrT="[Text]"/>
      <dgm:spPr/>
      <dgm:t>
        <a:bodyPr/>
        <a:lstStyle/>
        <a:p>
          <a:r>
            <a:rPr lang="en-US" dirty="0" smtClean="0"/>
            <a:t>Hypercare</a:t>
          </a:r>
        </a:p>
      </dgm:t>
    </dgm:pt>
    <dgm:pt modelId="{3EBBA45F-5BEE-4D7D-A0F1-1F5114778650}" type="parTrans" cxnId="{6D36846C-BB18-46E4-8678-EC43404D5860}">
      <dgm:prSet/>
      <dgm:spPr/>
      <dgm:t>
        <a:bodyPr/>
        <a:lstStyle/>
        <a:p>
          <a:endParaRPr lang="en-US"/>
        </a:p>
      </dgm:t>
    </dgm:pt>
    <dgm:pt modelId="{B2A32D05-CBB0-4573-87B7-E48D30251E0B}" type="sibTrans" cxnId="{6D36846C-BB18-46E4-8678-EC43404D5860}">
      <dgm:prSet/>
      <dgm:spPr/>
      <dgm:t>
        <a:bodyPr/>
        <a:lstStyle/>
        <a:p>
          <a:endParaRPr lang="en-US"/>
        </a:p>
      </dgm:t>
    </dgm:pt>
    <dgm:pt modelId="{D82ED976-1754-449F-95B2-B1233E4DDD44}">
      <dgm:prSet phldrT="[Text]"/>
      <dgm:spPr/>
      <dgm:t>
        <a:bodyPr/>
        <a:lstStyle/>
        <a:p>
          <a:r>
            <a:rPr lang="en-US" dirty="0" smtClean="0"/>
            <a:t>Production Support</a:t>
          </a:r>
        </a:p>
      </dgm:t>
    </dgm:pt>
    <dgm:pt modelId="{299B59DA-7D17-4231-A0FB-59CA950C5BD1}" type="parTrans" cxnId="{8395DBA1-44D1-4466-B8B5-0EAFFDD32C1C}">
      <dgm:prSet/>
      <dgm:spPr/>
      <dgm:t>
        <a:bodyPr/>
        <a:lstStyle/>
        <a:p>
          <a:endParaRPr lang="en-US"/>
        </a:p>
      </dgm:t>
    </dgm:pt>
    <dgm:pt modelId="{7212B78E-B19B-4E78-983C-ECA97995528A}" type="sibTrans" cxnId="{8395DBA1-44D1-4466-B8B5-0EAFFDD32C1C}">
      <dgm:prSet/>
      <dgm:spPr/>
      <dgm:t>
        <a:bodyPr/>
        <a:lstStyle/>
        <a:p>
          <a:endParaRPr lang="en-US"/>
        </a:p>
      </dgm:t>
    </dgm:pt>
    <dgm:pt modelId="{C153F9F8-898C-4DA2-90A5-C66284EFA821}" type="pres">
      <dgm:prSet presAssocID="{988C2311-43A9-441E-A37A-6B83BBD1886F}" presName="Name0" presStyleCnt="0">
        <dgm:presLayoutVars>
          <dgm:dir/>
          <dgm:animLvl val="lvl"/>
          <dgm:resizeHandles val="exact"/>
        </dgm:presLayoutVars>
      </dgm:prSet>
      <dgm:spPr/>
    </dgm:pt>
    <dgm:pt modelId="{0BAB1302-38E1-4E86-893A-6CB460C71611}" type="pres">
      <dgm:prSet presAssocID="{32037E8E-81C1-4E1A-B2B5-4A17CA4EA232}" presName="parTxOnly" presStyleLbl="node1" presStyleIdx="0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4623231-6566-47C0-B706-970C84131913}" type="pres">
      <dgm:prSet presAssocID="{9B69F1A2-E6A3-42C1-82CC-203EFCE07D79}" presName="parTxOnlySpace" presStyleCnt="0"/>
      <dgm:spPr/>
    </dgm:pt>
    <dgm:pt modelId="{3CEE5714-9637-47AB-A40E-D08041C99F04}" type="pres">
      <dgm:prSet presAssocID="{E75DA1B5-9507-4D04-A47C-F17081E6BB66}" presName="parTxOnly" presStyleLbl="node1" presStyleIdx="1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AA36084-BD99-4849-ACB0-3025AAF64D3D}" type="pres">
      <dgm:prSet presAssocID="{AAC730F5-AC13-4D32-86BD-348B645E7AFE}" presName="parTxOnlySpace" presStyleCnt="0"/>
      <dgm:spPr/>
    </dgm:pt>
    <dgm:pt modelId="{A0B9562B-1301-49BD-87F0-3AF251949994}" type="pres">
      <dgm:prSet presAssocID="{D150FDEA-124F-49D8-A1A8-2A47D014353E}" presName="parTxOnly" presStyleLbl="node1" presStyleIdx="2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353736-D858-43B3-B568-D32084754921}" type="pres">
      <dgm:prSet presAssocID="{F2D4419B-48D1-4D9E-AF69-3BD1E0599B4C}" presName="parTxOnlySpace" presStyleCnt="0"/>
      <dgm:spPr/>
    </dgm:pt>
    <dgm:pt modelId="{CBC83CA5-5A42-419B-9FC7-286741B5A1E0}" type="pres">
      <dgm:prSet presAssocID="{2B424D55-46B6-4DF9-8DAB-E6A3617CC6E0}" presName="parTxOnly" presStyleLbl="node1" presStyleIdx="3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B6D0798-7BD6-42C3-913E-0FD085EF2D74}" type="pres">
      <dgm:prSet presAssocID="{906ACADC-381B-49D1-B9C5-F8DEF50AE5D8}" presName="parTxOnlySpace" presStyleCnt="0"/>
      <dgm:spPr/>
    </dgm:pt>
    <dgm:pt modelId="{DBF26873-9D29-4759-9AA9-AA9E86D7D27C}" type="pres">
      <dgm:prSet presAssocID="{DB02E98D-42CF-4BCD-9DE1-DE9179D0C7AB}" presName="parTxOnly" presStyleLbl="node1" presStyleIdx="4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8A435D1-66F7-4B68-9664-AAC7DC963299}" type="pres">
      <dgm:prSet presAssocID="{CA6E1232-5852-4429-BF97-8738A7EAD08F}" presName="parTxOnlySpace" presStyleCnt="0"/>
      <dgm:spPr/>
    </dgm:pt>
    <dgm:pt modelId="{C575A521-B4DE-445A-A0D5-3AAA377B6D7C}" type="pres">
      <dgm:prSet presAssocID="{8E419DAA-AFDB-48FD-8507-EAB542842A69}" presName="parTxOnly" presStyleLbl="node1" presStyleIdx="5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1D6116B-A5CF-4AED-9B35-58946697349A}" type="pres">
      <dgm:prSet presAssocID="{271525B1-952F-4865-97C0-795428C4F262}" presName="parTxOnlySpace" presStyleCnt="0"/>
      <dgm:spPr/>
    </dgm:pt>
    <dgm:pt modelId="{EA0131EE-9627-48CC-9C01-160B48F9C3C4}" type="pres">
      <dgm:prSet presAssocID="{23D1B1BA-3525-440E-AD8C-AA0ADFE4FFA5}" presName="parTxOnly" presStyleLbl="node1" presStyleIdx="6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4AC3D11-D757-4EB2-BB0D-08DB3B200810}" type="pres">
      <dgm:prSet presAssocID="{B2A32D05-CBB0-4573-87B7-E48D30251E0B}" presName="parTxOnlySpace" presStyleCnt="0"/>
      <dgm:spPr/>
    </dgm:pt>
    <dgm:pt modelId="{2D0DCF1E-3EFE-4C4E-9968-6EE74B381646}" type="pres">
      <dgm:prSet presAssocID="{D82ED976-1754-449F-95B2-B1233E4DDD44}" presName="parTxOnly" presStyleLbl="node1" presStyleIdx="7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395DBA1-44D1-4466-B8B5-0EAFFDD32C1C}" srcId="{988C2311-43A9-441E-A37A-6B83BBD1886F}" destId="{D82ED976-1754-449F-95B2-B1233E4DDD44}" srcOrd="7" destOrd="0" parTransId="{299B59DA-7D17-4231-A0FB-59CA950C5BD1}" sibTransId="{7212B78E-B19B-4E78-983C-ECA97995528A}"/>
    <dgm:cxn modelId="{6D36846C-BB18-46E4-8678-EC43404D5860}" srcId="{988C2311-43A9-441E-A37A-6B83BBD1886F}" destId="{23D1B1BA-3525-440E-AD8C-AA0ADFE4FFA5}" srcOrd="6" destOrd="0" parTransId="{3EBBA45F-5BEE-4D7D-A0F1-1F5114778650}" sibTransId="{B2A32D05-CBB0-4573-87B7-E48D30251E0B}"/>
    <dgm:cxn modelId="{CEAD290C-8FB9-4CA9-BBD4-BF4C668F0531}" type="presOf" srcId="{2B424D55-46B6-4DF9-8DAB-E6A3617CC6E0}" destId="{CBC83CA5-5A42-419B-9FC7-286741B5A1E0}" srcOrd="0" destOrd="0" presId="urn:microsoft.com/office/officeart/2005/8/layout/chevron1"/>
    <dgm:cxn modelId="{11756D99-B9D7-45BA-BB67-707F0C5BC7F6}" type="presOf" srcId="{D150FDEA-124F-49D8-A1A8-2A47D014353E}" destId="{A0B9562B-1301-49BD-87F0-3AF251949994}" srcOrd="0" destOrd="0" presId="urn:microsoft.com/office/officeart/2005/8/layout/chevron1"/>
    <dgm:cxn modelId="{84DAECC3-589B-491F-BDF1-4A2A64B793DF}" type="presOf" srcId="{8E419DAA-AFDB-48FD-8507-EAB542842A69}" destId="{C575A521-B4DE-445A-A0D5-3AAA377B6D7C}" srcOrd="0" destOrd="0" presId="urn:microsoft.com/office/officeart/2005/8/layout/chevron1"/>
    <dgm:cxn modelId="{98FC4EA2-08F4-411F-BD2B-34DFC7A3BE33}" srcId="{988C2311-43A9-441E-A37A-6B83BBD1886F}" destId="{D150FDEA-124F-49D8-A1A8-2A47D014353E}" srcOrd="2" destOrd="0" parTransId="{F37CD107-7B93-43F7-8A69-5E38CCADA0C0}" sibTransId="{F2D4419B-48D1-4D9E-AF69-3BD1E0599B4C}"/>
    <dgm:cxn modelId="{CACE28F0-CD13-4A58-8F7F-F510972BF22C}" srcId="{988C2311-43A9-441E-A37A-6B83BBD1886F}" destId="{8E419DAA-AFDB-48FD-8507-EAB542842A69}" srcOrd="5" destOrd="0" parTransId="{5441016B-2792-4B9C-A40A-1E2959729C81}" sibTransId="{271525B1-952F-4865-97C0-795428C4F262}"/>
    <dgm:cxn modelId="{5F9997FD-7258-40A2-9C14-F032A633DDCD}" type="presOf" srcId="{988C2311-43A9-441E-A37A-6B83BBD1886F}" destId="{C153F9F8-898C-4DA2-90A5-C66284EFA821}" srcOrd="0" destOrd="0" presId="urn:microsoft.com/office/officeart/2005/8/layout/chevron1"/>
    <dgm:cxn modelId="{7979F70A-4109-48BE-A281-78E21C882260}" type="presOf" srcId="{23D1B1BA-3525-440E-AD8C-AA0ADFE4FFA5}" destId="{EA0131EE-9627-48CC-9C01-160B48F9C3C4}" srcOrd="0" destOrd="0" presId="urn:microsoft.com/office/officeart/2005/8/layout/chevron1"/>
    <dgm:cxn modelId="{7E68FF05-11A9-4CB4-B53D-B588DFEADB53}" srcId="{988C2311-43A9-441E-A37A-6B83BBD1886F}" destId="{32037E8E-81C1-4E1A-B2B5-4A17CA4EA232}" srcOrd="0" destOrd="0" parTransId="{DF043821-5ED0-4769-A37C-254DB89D0902}" sibTransId="{9B69F1A2-E6A3-42C1-82CC-203EFCE07D79}"/>
    <dgm:cxn modelId="{00E1AB9A-382F-44D8-8576-7F20B0D4C209}" srcId="{988C2311-43A9-441E-A37A-6B83BBD1886F}" destId="{E75DA1B5-9507-4D04-A47C-F17081E6BB66}" srcOrd="1" destOrd="0" parTransId="{1652052F-B5F3-40A2-8C55-DE8C6FE739EF}" sibTransId="{AAC730F5-AC13-4D32-86BD-348B645E7AFE}"/>
    <dgm:cxn modelId="{CAA406B3-7DB5-4788-9D7A-1A6EE2FC3A52}" type="presOf" srcId="{D82ED976-1754-449F-95B2-B1233E4DDD44}" destId="{2D0DCF1E-3EFE-4C4E-9968-6EE74B381646}" srcOrd="0" destOrd="0" presId="urn:microsoft.com/office/officeart/2005/8/layout/chevron1"/>
    <dgm:cxn modelId="{C438827E-7AE2-48AD-BE39-F7A85DF574BE}" type="presOf" srcId="{E75DA1B5-9507-4D04-A47C-F17081E6BB66}" destId="{3CEE5714-9637-47AB-A40E-D08041C99F04}" srcOrd="0" destOrd="0" presId="urn:microsoft.com/office/officeart/2005/8/layout/chevron1"/>
    <dgm:cxn modelId="{EFF8D3AA-C5D4-4824-95CB-3F5F98CC802B}" srcId="{988C2311-43A9-441E-A37A-6B83BBD1886F}" destId="{DB02E98D-42CF-4BCD-9DE1-DE9179D0C7AB}" srcOrd="4" destOrd="0" parTransId="{B98F26AB-9830-454D-8F94-DBBD90E968DD}" sibTransId="{CA6E1232-5852-4429-BF97-8738A7EAD08F}"/>
    <dgm:cxn modelId="{B8241DDC-0FF2-4392-8C3F-47E1FF78842C}" type="presOf" srcId="{DB02E98D-42CF-4BCD-9DE1-DE9179D0C7AB}" destId="{DBF26873-9D29-4759-9AA9-AA9E86D7D27C}" srcOrd="0" destOrd="0" presId="urn:microsoft.com/office/officeart/2005/8/layout/chevron1"/>
    <dgm:cxn modelId="{47A9963B-5FCC-4703-AF1F-B670478CA864}" type="presOf" srcId="{32037E8E-81C1-4E1A-B2B5-4A17CA4EA232}" destId="{0BAB1302-38E1-4E86-893A-6CB460C71611}" srcOrd="0" destOrd="0" presId="urn:microsoft.com/office/officeart/2005/8/layout/chevron1"/>
    <dgm:cxn modelId="{D2341E44-B7F0-465C-825E-CAC30DA896EF}" srcId="{988C2311-43A9-441E-A37A-6B83BBD1886F}" destId="{2B424D55-46B6-4DF9-8DAB-E6A3617CC6E0}" srcOrd="3" destOrd="0" parTransId="{CE997BF5-DE18-4ACC-8FFA-3954B51F4F39}" sibTransId="{906ACADC-381B-49D1-B9C5-F8DEF50AE5D8}"/>
    <dgm:cxn modelId="{22AB33A0-BB0D-4481-8D5D-587377859DC9}" type="presParOf" srcId="{C153F9F8-898C-4DA2-90A5-C66284EFA821}" destId="{0BAB1302-38E1-4E86-893A-6CB460C71611}" srcOrd="0" destOrd="0" presId="urn:microsoft.com/office/officeart/2005/8/layout/chevron1"/>
    <dgm:cxn modelId="{B7D939AD-ADC3-490A-8A85-23A21AE96676}" type="presParOf" srcId="{C153F9F8-898C-4DA2-90A5-C66284EFA821}" destId="{F4623231-6566-47C0-B706-970C84131913}" srcOrd="1" destOrd="0" presId="urn:microsoft.com/office/officeart/2005/8/layout/chevron1"/>
    <dgm:cxn modelId="{D68A192B-9914-4FFC-B57D-F92F34D8240F}" type="presParOf" srcId="{C153F9F8-898C-4DA2-90A5-C66284EFA821}" destId="{3CEE5714-9637-47AB-A40E-D08041C99F04}" srcOrd="2" destOrd="0" presId="urn:microsoft.com/office/officeart/2005/8/layout/chevron1"/>
    <dgm:cxn modelId="{917CC2D5-CA6C-4F6F-B2A9-75E33BDD0B41}" type="presParOf" srcId="{C153F9F8-898C-4DA2-90A5-C66284EFA821}" destId="{CAA36084-BD99-4849-ACB0-3025AAF64D3D}" srcOrd="3" destOrd="0" presId="urn:microsoft.com/office/officeart/2005/8/layout/chevron1"/>
    <dgm:cxn modelId="{FF1F9B38-F24D-4772-81F0-A82F51FB0A75}" type="presParOf" srcId="{C153F9F8-898C-4DA2-90A5-C66284EFA821}" destId="{A0B9562B-1301-49BD-87F0-3AF251949994}" srcOrd="4" destOrd="0" presId="urn:microsoft.com/office/officeart/2005/8/layout/chevron1"/>
    <dgm:cxn modelId="{71A9E3BA-DFE9-4C95-8D74-A4EC541139E7}" type="presParOf" srcId="{C153F9F8-898C-4DA2-90A5-C66284EFA821}" destId="{F9353736-D858-43B3-B568-D32084754921}" srcOrd="5" destOrd="0" presId="urn:microsoft.com/office/officeart/2005/8/layout/chevron1"/>
    <dgm:cxn modelId="{975D3778-30AA-4ADF-BF08-254AA9E05ADD}" type="presParOf" srcId="{C153F9F8-898C-4DA2-90A5-C66284EFA821}" destId="{CBC83CA5-5A42-419B-9FC7-286741B5A1E0}" srcOrd="6" destOrd="0" presId="urn:microsoft.com/office/officeart/2005/8/layout/chevron1"/>
    <dgm:cxn modelId="{EABA0CB8-ED64-48EE-A532-57C41E16B1FB}" type="presParOf" srcId="{C153F9F8-898C-4DA2-90A5-C66284EFA821}" destId="{6B6D0798-7BD6-42C3-913E-0FD085EF2D74}" srcOrd="7" destOrd="0" presId="urn:microsoft.com/office/officeart/2005/8/layout/chevron1"/>
    <dgm:cxn modelId="{5CE47FE3-1320-4BF9-ACD4-733A13B94D16}" type="presParOf" srcId="{C153F9F8-898C-4DA2-90A5-C66284EFA821}" destId="{DBF26873-9D29-4759-9AA9-AA9E86D7D27C}" srcOrd="8" destOrd="0" presId="urn:microsoft.com/office/officeart/2005/8/layout/chevron1"/>
    <dgm:cxn modelId="{F9FF2B32-BCA1-48D3-9EE1-FC3A07E74E00}" type="presParOf" srcId="{C153F9F8-898C-4DA2-90A5-C66284EFA821}" destId="{B8A435D1-66F7-4B68-9664-AAC7DC963299}" srcOrd="9" destOrd="0" presId="urn:microsoft.com/office/officeart/2005/8/layout/chevron1"/>
    <dgm:cxn modelId="{284C4312-C8D2-42FC-B0A3-49E0CFDEB7DF}" type="presParOf" srcId="{C153F9F8-898C-4DA2-90A5-C66284EFA821}" destId="{C575A521-B4DE-445A-A0D5-3AAA377B6D7C}" srcOrd="10" destOrd="0" presId="urn:microsoft.com/office/officeart/2005/8/layout/chevron1"/>
    <dgm:cxn modelId="{A3215AA8-D78E-4B3E-847D-2AABFB704F2F}" type="presParOf" srcId="{C153F9F8-898C-4DA2-90A5-C66284EFA821}" destId="{71D6116B-A5CF-4AED-9B35-58946697349A}" srcOrd="11" destOrd="0" presId="urn:microsoft.com/office/officeart/2005/8/layout/chevron1"/>
    <dgm:cxn modelId="{0D64C679-84CB-417F-8311-8CF3B49A45E6}" type="presParOf" srcId="{C153F9F8-898C-4DA2-90A5-C66284EFA821}" destId="{EA0131EE-9627-48CC-9C01-160B48F9C3C4}" srcOrd="12" destOrd="0" presId="urn:microsoft.com/office/officeart/2005/8/layout/chevron1"/>
    <dgm:cxn modelId="{9D7CDBC1-FE56-47D0-9583-EB3AFBD9A507}" type="presParOf" srcId="{C153F9F8-898C-4DA2-90A5-C66284EFA821}" destId="{24AC3D11-D757-4EB2-BB0D-08DB3B200810}" srcOrd="13" destOrd="0" presId="urn:microsoft.com/office/officeart/2005/8/layout/chevron1"/>
    <dgm:cxn modelId="{214860EC-514F-42BD-95C8-98FC874377E9}" type="presParOf" srcId="{C153F9F8-898C-4DA2-90A5-C66284EFA821}" destId="{2D0DCF1E-3EFE-4C4E-9968-6EE74B381646}" srcOrd="1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88C2311-43A9-441E-A37A-6B83BBD1886F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32037E8E-81C1-4E1A-B2B5-4A17CA4EA232}">
      <dgm:prSet phldrT="[Text]"/>
      <dgm:spPr/>
      <dgm:t>
        <a:bodyPr/>
        <a:lstStyle/>
        <a:p>
          <a:r>
            <a:rPr lang="en-US" dirty="0" smtClean="0"/>
            <a:t>Kick-off</a:t>
          </a:r>
          <a:endParaRPr lang="en-US" dirty="0"/>
        </a:p>
      </dgm:t>
    </dgm:pt>
    <dgm:pt modelId="{DF043821-5ED0-4769-A37C-254DB89D0902}" type="parTrans" cxnId="{7E68FF05-11A9-4CB4-B53D-B588DFEADB53}">
      <dgm:prSet/>
      <dgm:spPr/>
      <dgm:t>
        <a:bodyPr/>
        <a:lstStyle/>
        <a:p>
          <a:endParaRPr lang="en-US"/>
        </a:p>
      </dgm:t>
    </dgm:pt>
    <dgm:pt modelId="{9B69F1A2-E6A3-42C1-82CC-203EFCE07D79}" type="sibTrans" cxnId="{7E68FF05-11A9-4CB4-B53D-B588DFEADB53}">
      <dgm:prSet/>
      <dgm:spPr/>
      <dgm:t>
        <a:bodyPr/>
        <a:lstStyle/>
        <a:p>
          <a:endParaRPr lang="en-US"/>
        </a:p>
      </dgm:t>
    </dgm:pt>
    <dgm:pt modelId="{E75DA1B5-9507-4D04-A47C-F17081E6BB66}">
      <dgm:prSet phldrT="[Text]"/>
      <dgm:spPr/>
      <dgm:t>
        <a:bodyPr/>
        <a:lstStyle/>
        <a:p>
          <a:r>
            <a:rPr lang="en-US" dirty="0" smtClean="0"/>
            <a:t>Design</a:t>
          </a:r>
          <a:endParaRPr lang="en-US" dirty="0"/>
        </a:p>
      </dgm:t>
    </dgm:pt>
    <dgm:pt modelId="{1652052F-B5F3-40A2-8C55-DE8C6FE739EF}" type="parTrans" cxnId="{00E1AB9A-382F-44D8-8576-7F20B0D4C209}">
      <dgm:prSet/>
      <dgm:spPr/>
      <dgm:t>
        <a:bodyPr/>
        <a:lstStyle/>
        <a:p>
          <a:endParaRPr lang="en-US"/>
        </a:p>
      </dgm:t>
    </dgm:pt>
    <dgm:pt modelId="{AAC730F5-AC13-4D32-86BD-348B645E7AFE}" type="sibTrans" cxnId="{00E1AB9A-382F-44D8-8576-7F20B0D4C209}">
      <dgm:prSet/>
      <dgm:spPr/>
      <dgm:t>
        <a:bodyPr/>
        <a:lstStyle/>
        <a:p>
          <a:endParaRPr lang="en-US"/>
        </a:p>
      </dgm:t>
    </dgm:pt>
    <dgm:pt modelId="{D150FDEA-124F-49D8-A1A8-2A47D014353E}">
      <dgm:prSet phldrT="[Text]"/>
      <dgm:spPr/>
      <dgm:t>
        <a:bodyPr/>
        <a:lstStyle/>
        <a:p>
          <a:r>
            <a:rPr lang="en-US" dirty="0" smtClean="0"/>
            <a:t>Build</a:t>
          </a:r>
          <a:endParaRPr lang="en-US" dirty="0"/>
        </a:p>
      </dgm:t>
    </dgm:pt>
    <dgm:pt modelId="{F37CD107-7B93-43F7-8A69-5E38CCADA0C0}" type="parTrans" cxnId="{98FC4EA2-08F4-411F-BD2B-34DFC7A3BE33}">
      <dgm:prSet/>
      <dgm:spPr/>
      <dgm:t>
        <a:bodyPr/>
        <a:lstStyle/>
        <a:p>
          <a:endParaRPr lang="en-US"/>
        </a:p>
      </dgm:t>
    </dgm:pt>
    <dgm:pt modelId="{F2D4419B-48D1-4D9E-AF69-3BD1E0599B4C}" type="sibTrans" cxnId="{98FC4EA2-08F4-411F-BD2B-34DFC7A3BE33}">
      <dgm:prSet/>
      <dgm:spPr/>
      <dgm:t>
        <a:bodyPr/>
        <a:lstStyle/>
        <a:p>
          <a:endParaRPr lang="en-US"/>
        </a:p>
      </dgm:t>
    </dgm:pt>
    <dgm:pt modelId="{2B424D55-46B6-4DF9-8DAB-E6A3617CC6E0}">
      <dgm:prSet phldrT="[Text]"/>
      <dgm:spPr/>
      <dgm:t>
        <a:bodyPr/>
        <a:lstStyle/>
        <a:p>
          <a:r>
            <a:rPr lang="en-US" dirty="0" smtClean="0"/>
            <a:t>SIT</a:t>
          </a:r>
        </a:p>
      </dgm:t>
    </dgm:pt>
    <dgm:pt modelId="{CE997BF5-DE18-4ACC-8FFA-3954B51F4F39}" type="parTrans" cxnId="{D2341E44-B7F0-465C-825E-CAC30DA896EF}">
      <dgm:prSet/>
      <dgm:spPr/>
      <dgm:t>
        <a:bodyPr/>
        <a:lstStyle/>
        <a:p>
          <a:endParaRPr lang="en-US"/>
        </a:p>
      </dgm:t>
    </dgm:pt>
    <dgm:pt modelId="{906ACADC-381B-49D1-B9C5-F8DEF50AE5D8}" type="sibTrans" cxnId="{D2341E44-B7F0-465C-825E-CAC30DA896EF}">
      <dgm:prSet/>
      <dgm:spPr/>
      <dgm:t>
        <a:bodyPr/>
        <a:lstStyle/>
        <a:p>
          <a:endParaRPr lang="en-US"/>
        </a:p>
      </dgm:t>
    </dgm:pt>
    <dgm:pt modelId="{DB02E98D-42CF-4BCD-9DE1-DE9179D0C7AB}">
      <dgm:prSet phldrT="[Text]"/>
      <dgm:spPr/>
      <dgm:t>
        <a:bodyPr/>
        <a:lstStyle/>
        <a:p>
          <a:r>
            <a:rPr lang="en-US" dirty="0" smtClean="0"/>
            <a:t>UAT</a:t>
          </a:r>
        </a:p>
      </dgm:t>
    </dgm:pt>
    <dgm:pt modelId="{B98F26AB-9830-454D-8F94-DBBD90E968DD}" type="parTrans" cxnId="{EFF8D3AA-C5D4-4824-95CB-3F5F98CC802B}">
      <dgm:prSet/>
      <dgm:spPr/>
      <dgm:t>
        <a:bodyPr/>
        <a:lstStyle/>
        <a:p>
          <a:endParaRPr lang="en-US"/>
        </a:p>
      </dgm:t>
    </dgm:pt>
    <dgm:pt modelId="{CA6E1232-5852-4429-BF97-8738A7EAD08F}" type="sibTrans" cxnId="{EFF8D3AA-C5D4-4824-95CB-3F5F98CC802B}">
      <dgm:prSet/>
      <dgm:spPr/>
      <dgm:t>
        <a:bodyPr/>
        <a:lstStyle/>
        <a:p>
          <a:endParaRPr lang="en-US"/>
        </a:p>
      </dgm:t>
    </dgm:pt>
    <dgm:pt modelId="{8E419DAA-AFDB-48FD-8507-EAB542842A69}">
      <dgm:prSet phldrT="[Text]"/>
      <dgm:spPr/>
      <dgm:t>
        <a:bodyPr/>
        <a:lstStyle/>
        <a:p>
          <a:r>
            <a:rPr lang="en-US" dirty="0" smtClean="0"/>
            <a:t>Launch/Go-live</a:t>
          </a:r>
        </a:p>
      </dgm:t>
    </dgm:pt>
    <dgm:pt modelId="{5441016B-2792-4B9C-A40A-1E2959729C81}" type="parTrans" cxnId="{CACE28F0-CD13-4A58-8F7F-F510972BF22C}">
      <dgm:prSet/>
      <dgm:spPr/>
      <dgm:t>
        <a:bodyPr/>
        <a:lstStyle/>
        <a:p>
          <a:endParaRPr lang="en-US"/>
        </a:p>
      </dgm:t>
    </dgm:pt>
    <dgm:pt modelId="{271525B1-952F-4865-97C0-795428C4F262}" type="sibTrans" cxnId="{CACE28F0-CD13-4A58-8F7F-F510972BF22C}">
      <dgm:prSet/>
      <dgm:spPr/>
      <dgm:t>
        <a:bodyPr/>
        <a:lstStyle/>
        <a:p>
          <a:endParaRPr lang="en-US"/>
        </a:p>
      </dgm:t>
    </dgm:pt>
    <dgm:pt modelId="{23D1B1BA-3525-440E-AD8C-AA0ADFE4FFA5}">
      <dgm:prSet phldrT="[Text]"/>
      <dgm:spPr/>
      <dgm:t>
        <a:bodyPr/>
        <a:lstStyle/>
        <a:p>
          <a:r>
            <a:rPr lang="en-US" dirty="0" smtClean="0"/>
            <a:t>Hypercare</a:t>
          </a:r>
        </a:p>
      </dgm:t>
    </dgm:pt>
    <dgm:pt modelId="{3EBBA45F-5BEE-4D7D-A0F1-1F5114778650}" type="parTrans" cxnId="{6D36846C-BB18-46E4-8678-EC43404D5860}">
      <dgm:prSet/>
      <dgm:spPr/>
      <dgm:t>
        <a:bodyPr/>
        <a:lstStyle/>
        <a:p>
          <a:endParaRPr lang="en-US"/>
        </a:p>
      </dgm:t>
    </dgm:pt>
    <dgm:pt modelId="{B2A32D05-CBB0-4573-87B7-E48D30251E0B}" type="sibTrans" cxnId="{6D36846C-BB18-46E4-8678-EC43404D5860}">
      <dgm:prSet/>
      <dgm:spPr/>
      <dgm:t>
        <a:bodyPr/>
        <a:lstStyle/>
        <a:p>
          <a:endParaRPr lang="en-US"/>
        </a:p>
      </dgm:t>
    </dgm:pt>
    <dgm:pt modelId="{D82ED976-1754-449F-95B2-B1233E4DDD44}">
      <dgm:prSet phldrT="[Text]"/>
      <dgm:spPr/>
      <dgm:t>
        <a:bodyPr/>
        <a:lstStyle/>
        <a:p>
          <a:r>
            <a:rPr lang="en-US" dirty="0" smtClean="0"/>
            <a:t>Production Support</a:t>
          </a:r>
        </a:p>
      </dgm:t>
    </dgm:pt>
    <dgm:pt modelId="{299B59DA-7D17-4231-A0FB-59CA950C5BD1}" type="parTrans" cxnId="{8395DBA1-44D1-4466-B8B5-0EAFFDD32C1C}">
      <dgm:prSet/>
      <dgm:spPr/>
      <dgm:t>
        <a:bodyPr/>
        <a:lstStyle/>
        <a:p>
          <a:endParaRPr lang="en-US"/>
        </a:p>
      </dgm:t>
    </dgm:pt>
    <dgm:pt modelId="{7212B78E-B19B-4E78-983C-ECA97995528A}" type="sibTrans" cxnId="{8395DBA1-44D1-4466-B8B5-0EAFFDD32C1C}">
      <dgm:prSet/>
      <dgm:spPr/>
      <dgm:t>
        <a:bodyPr/>
        <a:lstStyle/>
        <a:p>
          <a:endParaRPr lang="en-US"/>
        </a:p>
      </dgm:t>
    </dgm:pt>
    <dgm:pt modelId="{C153F9F8-898C-4DA2-90A5-C66284EFA821}" type="pres">
      <dgm:prSet presAssocID="{988C2311-43A9-441E-A37A-6B83BBD1886F}" presName="Name0" presStyleCnt="0">
        <dgm:presLayoutVars>
          <dgm:dir/>
          <dgm:animLvl val="lvl"/>
          <dgm:resizeHandles val="exact"/>
        </dgm:presLayoutVars>
      </dgm:prSet>
      <dgm:spPr/>
    </dgm:pt>
    <dgm:pt modelId="{0BAB1302-38E1-4E86-893A-6CB460C71611}" type="pres">
      <dgm:prSet presAssocID="{32037E8E-81C1-4E1A-B2B5-4A17CA4EA232}" presName="parTxOnly" presStyleLbl="node1" presStyleIdx="0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4623231-6566-47C0-B706-970C84131913}" type="pres">
      <dgm:prSet presAssocID="{9B69F1A2-E6A3-42C1-82CC-203EFCE07D79}" presName="parTxOnlySpace" presStyleCnt="0"/>
      <dgm:spPr/>
    </dgm:pt>
    <dgm:pt modelId="{3CEE5714-9637-47AB-A40E-D08041C99F04}" type="pres">
      <dgm:prSet presAssocID="{E75DA1B5-9507-4D04-A47C-F17081E6BB66}" presName="parTxOnly" presStyleLbl="node1" presStyleIdx="1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AA36084-BD99-4849-ACB0-3025AAF64D3D}" type="pres">
      <dgm:prSet presAssocID="{AAC730F5-AC13-4D32-86BD-348B645E7AFE}" presName="parTxOnlySpace" presStyleCnt="0"/>
      <dgm:spPr/>
    </dgm:pt>
    <dgm:pt modelId="{A0B9562B-1301-49BD-87F0-3AF251949994}" type="pres">
      <dgm:prSet presAssocID="{D150FDEA-124F-49D8-A1A8-2A47D014353E}" presName="parTxOnly" presStyleLbl="node1" presStyleIdx="2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353736-D858-43B3-B568-D32084754921}" type="pres">
      <dgm:prSet presAssocID="{F2D4419B-48D1-4D9E-AF69-3BD1E0599B4C}" presName="parTxOnlySpace" presStyleCnt="0"/>
      <dgm:spPr/>
    </dgm:pt>
    <dgm:pt modelId="{CBC83CA5-5A42-419B-9FC7-286741B5A1E0}" type="pres">
      <dgm:prSet presAssocID="{2B424D55-46B6-4DF9-8DAB-E6A3617CC6E0}" presName="parTxOnly" presStyleLbl="node1" presStyleIdx="3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B6D0798-7BD6-42C3-913E-0FD085EF2D74}" type="pres">
      <dgm:prSet presAssocID="{906ACADC-381B-49D1-B9C5-F8DEF50AE5D8}" presName="parTxOnlySpace" presStyleCnt="0"/>
      <dgm:spPr/>
    </dgm:pt>
    <dgm:pt modelId="{DBF26873-9D29-4759-9AA9-AA9E86D7D27C}" type="pres">
      <dgm:prSet presAssocID="{DB02E98D-42CF-4BCD-9DE1-DE9179D0C7AB}" presName="parTxOnly" presStyleLbl="node1" presStyleIdx="4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8A435D1-66F7-4B68-9664-AAC7DC963299}" type="pres">
      <dgm:prSet presAssocID="{CA6E1232-5852-4429-BF97-8738A7EAD08F}" presName="parTxOnlySpace" presStyleCnt="0"/>
      <dgm:spPr/>
    </dgm:pt>
    <dgm:pt modelId="{C575A521-B4DE-445A-A0D5-3AAA377B6D7C}" type="pres">
      <dgm:prSet presAssocID="{8E419DAA-AFDB-48FD-8507-EAB542842A69}" presName="parTxOnly" presStyleLbl="node1" presStyleIdx="5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1D6116B-A5CF-4AED-9B35-58946697349A}" type="pres">
      <dgm:prSet presAssocID="{271525B1-952F-4865-97C0-795428C4F262}" presName="parTxOnlySpace" presStyleCnt="0"/>
      <dgm:spPr/>
    </dgm:pt>
    <dgm:pt modelId="{EA0131EE-9627-48CC-9C01-160B48F9C3C4}" type="pres">
      <dgm:prSet presAssocID="{23D1B1BA-3525-440E-AD8C-AA0ADFE4FFA5}" presName="parTxOnly" presStyleLbl="node1" presStyleIdx="6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4AC3D11-D757-4EB2-BB0D-08DB3B200810}" type="pres">
      <dgm:prSet presAssocID="{B2A32D05-CBB0-4573-87B7-E48D30251E0B}" presName="parTxOnlySpace" presStyleCnt="0"/>
      <dgm:spPr/>
    </dgm:pt>
    <dgm:pt modelId="{2D0DCF1E-3EFE-4C4E-9968-6EE74B381646}" type="pres">
      <dgm:prSet presAssocID="{D82ED976-1754-449F-95B2-B1233E4DDD44}" presName="parTxOnly" presStyleLbl="node1" presStyleIdx="7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EA44CF1-4FF3-4D67-9B7E-EBF099E64505}" type="presOf" srcId="{23D1B1BA-3525-440E-AD8C-AA0ADFE4FFA5}" destId="{EA0131EE-9627-48CC-9C01-160B48F9C3C4}" srcOrd="0" destOrd="0" presId="urn:microsoft.com/office/officeart/2005/8/layout/chevron1"/>
    <dgm:cxn modelId="{8395DBA1-44D1-4466-B8B5-0EAFFDD32C1C}" srcId="{988C2311-43A9-441E-A37A-6B83BBD1886F}" destId="{D82ED976-1754-449F-95B2-B1233E4DDD44}" srcOrd="7" destOrd="0" parTransId="{299B59DA-7D17-4231-A0FB-59CA950C5BD1}" sibTransId="{7212B78E-B19B-4E78-983C-ECA97995528A}"/>
    <dgm:cxn modelId="{497AD4DE-06EF-4087-A8AD-19108EEDB3C3}" type="presOf" srcId="{DB02E98D-42CF-4BCD-9DE1-DE9179D0C7AB}" destId="{DBF26873-9D29-4759-9AA9-AA9E86D7D27C}" srcOrd="0" destOrd="0" presId="urn:microsoft.com/office/officeart/2005/8/layout/chevron1"/>
    <dgm:cxn modelId="{6D36846C-BB18-46E4-8678-EC43404D5860}" srcId="{988C2311-43A9-441E-A37A-6B83BBD1886F}" destId="{23D1B1BA-3525-440E-AD8C-AA0ADFE4FFA5}" srcOrd="6" destOrd="0" parTransId="{3EBBA45F-5BEE-4D7D-A0F1-1F5114778650}" sibTransId="{B2A32D05-CBB0-4573-87B7-E48D30251E0B}"/>
    <dgm:cxn modelId="{3EF702FB-69E1-4202-81E8-3EDAF17B1305}" type="presOf" srcId="{D82ED976-1754-449F-95B2-B1233E4DDD44}" destId="{2D0DCF1E-3EFE-4C4E-9968-6EE74B381646}" srcOrd="0" destOrd="0" presId="urn:microsoft.com/office/officeart/2005/8/layout/chevron1"/>
    <dgm:cxn modelId="{8A991675-A3D4-47F4-BFAE-2044B2A7C10E}" type="presOf" srcId="{8E419DAA-AFDB-48FD-8507-EAB542842A69}" destId="{C575A521-B4DE-445A-A0D5-3AAA377B6D7C}" srcOrd="0" destOrd="0" presId="urn:microsoft.com/office/officeart/2005/8/layout/chevron1"/>
    <dgm:cxn modelId="{9A23D69C-37C8-4F06-8642-DD7276E6E558}" type="presOf" srcId="{D150FDEA-124F-49D8-A1A8-2A47D014353E}" destId="{A0B9562B-1301-49BD-87F0-3AF251949994}" srcOrd="0" destOrd="0" presId="urn:microsoft.com/office/officeart/2005/8/layout/chevron1"/>
    <dgm:cxn modelId="{98FC4EA2-08F4-411F-BD2B-34DFC7A3BE33}" srcId="{988C2311-43A9-441E-A37A-6B83BBD1886F}" destId="{D150FDEA-124F-49D8-A1A8-2A47D014353E}" srcOrd="2" destOrd="0" parTransId="{F37CD107-7B93-43F7-8A69-5E38CCADA0C0}" sibTransId="{F2D4419B-48D1-4D9E-AF69-3BD1E0599B4C}"/>
    <dgm:cxn modelId="{CACE28F0-CD13-4A58-8F7F-F510972BF22C}" srcId="{988C2311-43A9-441E-A37A-6B83BBD1886F}" destId="{8E419DAA-AFDB-48FD-8507-EAB542842A69}" srcOrd="5" destOrd="0" parTransId="{5441016B-2792-4B9C-A40A-1E2959729C81}" sibTransId="{271525B1-952F-4865-97C0-795428C4F262}"/>
    <dgm:cxn modelId="{A35006EC-54AC-4AA6-8A98-D475829E6634}" type="presOf" srcId="{2B424D55-46B6-4DF9-8DAB-E6A3617CC6E0}" destId="{CBC83CA5-5A42-419B-9FC7-286741B5A1E0}" srcOrd="0" destOrd="0" presId="urn:microsoft.com/office/officeart/2005/8/layout/chevron1"/>
    <dgm:cxn modelId="{7E68FF05-11A9-4CB4-B53D-B588DFEADB53}" srcId="{988C2311-43A9-441E-A37A-6B83BBD1886F}" destId="{32037E8E-81C1-4E1A-B2B5-4A17CA4EA232}" srcOrd="0" destOrd="0" parTransId="{DF043821-5ED0-4769-A37C-254DB89D0902}" sibTransId="{9B69F1A2-E6A3-42C1-82CC-203EFCE07D79}"/>
    <dgm:cxn modelId="{D8BF03B0-B5F2-42E5-A8F6-B16F792A91E8}" type="presOf" srcId="{32037E8E-81C1-4E1A-B2B5-4A17CA4EA232}" destId="{0BAB1302-38E1-4E86-893A-6CB460C71611}" srcOrd="0" destOrd="0" presId="urn:microsoft.com/office/officeart/2005/8/layout/chevron1"/>
    <dgm:cxn modelId="{00E1AB9A-382F-44D8-8576-7F20B0D4C209}" srcId="{988C2311-43A9-441E-A37A-6B83BBD1886F}" destId="{E75DA1B5-9507-4D04-A47C-F17081E6BB66}" srcOrd="1" destOrd="0" parTransId="{1652052F-B5F3-40A2-8C55-DE8C6FE739EF}" sibTransId="{AAC730F5-AC13-4D32-86BD-348B645E7AFE}"/>
    <dgm:cxn modelId="{EFF8D3AA-C5D4-4824-95CB-3F5F98CC802B}" srcId="{988C2311-43A9-441E-A37A-6B83BBD1886F}" destId="{DB02E98D-42CF-4BCD-9DE1-DE9179D0C7AB}" srcOrd="4" destOrd="0" parTransId="{B98F26AB-9830-454D-8F94-DBBD90E968DD}" sibTransId="{CA6E1232-5852-4429-BF97-8738A7EAD08F}"/>
    <dgm:cxn modelId="{DCEE81C7-CAE6-469B-AE09-6F415DA59849}" type="presOf" srcId="{988C2311-43A9-441E-A37A-6B83BBD1886F}" destId="{C153F9F8-898C-4DA2-90A5-C66284EFA821}" srcOrd="0" destOrd="0" presId="urn:microsoft.com/office/officeart/2005/8/layout/chevron1"/>
    <dgm:cxn modelId="{01DD454B-6EA3-4A74-8758-1D8F83EE9D16}" type="presOf" srcId="{E75DA1B5-9507-4D04-A47C-F17081E6BB66}" destId="{3CEE5714-9637-47AB-A40E-D08041C99F04}" srcOrd="0" destOrd="0" presId="urn:microsoft.com/office/officeart/2005/8/layout/chevron1"/>
    <dgm:cxn modelId="{D2341E44-B7F0-465C-825E-CAC30DA896EF}" srcId="{988C2311-43A9-441E-A37A-6B83BBD1886F}" destId="{2B424D55-46B6-4DF9-8DAB-E6A3617CC6E0}" srcOrd="3" destOrd="0" parTransId="{CE997BF5-DE18-4ACC-8FFA-3954B51F4F39}" sibTransId="{906ACADC-381B-49D1-B9C5-F8DEF50AE5D8}"/>
    <dgm:cxn modelId="{22F48C5A-BAFE-40AA-B5D0-8BED5B0711FE}" type="presParOf" srcId="{C153F9F8-898C-4DA2-90A5-C66284EFA821}" destId="{0BAB1302-38E1-4E86-893A-6CB460C71611}" srcOrd="0" destOrd="0" presId="urn:microsoft.com/office/officeart/2005/8/layout/chevron1"/>
    <dgm:cxn modelId="{3DD55A24-B74E-4086-B18C-0C5A06353DC8}" type="presParOf" srcId="{C153F9F8-898C-4DA2-90A5-C66284EFA821}" destId="{F4623231-6566-47C0-B706-970C84131913}" srcOrd="1" destOrd="0" presId="urn:microsoft.com/office/officeart/2005/8/layout/chevron1"/>
    <dgm:cxn modelId="{9C1963C0-8B57-457E-8BE5-6EB2D4D3871A}" type="presParOf" srcId="{C153F9F8-898C-4DA2-90A5-C66284EFA821}" destId="{3CEE5714-9637-47AB-A40E-D08041C99F04}" srcOrd="2" destOrd="0" presId="urn:microsoft.com/office/officeart/2005/8/layout/chevron1"/>
    <dgm:cxn modelId="{605D58FF-CB92-48F1-8AAE-EE75DBCF91D6}" type="presParOf" srcId="{C153F9F8-898C-4DA2-90A5-C66284EFA821}" destId="{CAA36084-BD99-4849-ACB0-3025AAF64D3D}" srcOrd="3" destOrd="0" presId="urn:microsoft.com/office/officeart/2005/8/layout/chevron1"/>
    <dgm:cxn modelId="{65C5760C-0577-4405-B057-26A48DA7A5BD}" type="presParOf" srcId="{C153F9F8-898C-4DA2-90A5-C66284EFA821}" destId="{A0B9562B-1301-49BD-87F0-3AF251949994}" srcOrd="4" destOrd="0" presId="urn:microsoft.com/office/officeart/2005/8/layout/chevron1"/>
    <dgm:cxn modelId="{9700F498-7E42-4C8A-BBAB-2AF4A34BC97C}" type="presParOf" srcId="{C153F9F8-898C-4DA2-90A5-C66284EFA821}" destId="{F9353736-D858-43B3-B568-D32084754921}" srcOrd="5" destOrd="0" presId="urn:microsoft.com/office/officeart/2005/8/layout/chevron1"/>
    <dgm:cxn modelId="{620BA2CF-8284-4A25-AE10-1C44DB02D0F9}" type="presParOf" srcId="{C153F9F8-898C-4DA2-90A5-C66284EFA821}" destId="{CBC83CA5-5A42-419B-9FC7-286741B5A1E0}" srcOrd="6" destOrd="0" presId="urn:microsoft.com/office/officeart/2005/8/layout/chevron1"/>
    <dgm:cxn modelId="{BC016980-5B47-4B41-8261-08E530E28F82}" type="presParOf" srcId="{C153F9F8-898C-4DA2-90A5-C66284EFA821}" destId="{6B6D0798-7BD6-42C3-913E-0FD085EF2D74}" srcOrd="7" destOrd="0" presId="urn:microsoft.com/office/officeart/2005/8/layout/chevron1"/>
    <dgm:cxn modelId="{01C8D70E-7E91-41D7-A297-3BBF0A804D27}" type="presParOf" srcId="{C153F9F8-898C-4DA2-90A5-C66284EFA821}" destId="{DBF26873-9D29-4759-9AA9-AA9E86D7D27C}" srcOrd="8" destOrd="0" presId="urn:microsoft.com/office/officeart/2005/8/layout/chevron1"/>
    <dgm:cxn modelId="{7F804732-1BD9-48E7-8518-5DB186F33ECE}" type="presParOf" srcId="{C153F9F8-898C-4DA2-90A5-C66284EFA821}" destId="{B8A435D1-66F7-4B68-9664-AAC7DC963299}" srcOrd="9" destOrd="0" presId="urn:microsoft.com/office/officeart/2005/8/layout/chevron1"/>
    <dgm:cxn modelId="{67769D2E-7AAC-42D6-B52F-6F951FFC1537}" type="presParOf" srcId="{C153F9F8-898C-4DA2-90A5-C66284EFA821}" destId="{C575A521-B4DE-445A-A0D5-3AAA377B6D7C}" srcOrd="10" destOrd="0" presId="urn:microsoft.com/office/officeart/2005/8/layout/chevron1"/>
    <dgm:cxn modelId="{8CB89255-E948-4696-82F8-AF28D2998862}" type="presParOf" srcId="{C153F9F8-898C-4DA2-90A5-C66284EFA821}" destId="{71D6116B-A5CF-4AED-9B35-58946697349A}" srcOrd="11" destOrd="0" presId="urn:microsoft.com/office/officeart/2005/8/layout/chevron1"/>
    <dgm:cxn modelId="{3A2D97C0-A971-47C0-894E-20FF52351624}" type="presParOf" srcId="{C153F9F8-898C-4DA2-90A5-C66284EFA821}" destId="{EA0131EE-9627-48CC-9C01-160B48F9C3C4}" srcOrd="12" destOrd="0" presId="urn:microsoft.com/office/officeart/2005/8/layout/chevron1"/>
    <dgm:cxn modelId="{036CDA36-8389-4AFE-AB2D-1C0A468A2225}" type="presParOf" srcId="{C153F9F8-898C-4DA2-90A5-C66284EFA821}" destId="{24AC3D11-D757-4EB2-BB0D-08DB3B200810}" srcOrd="13" destOrd="0" presId="urn:microsoft.com/office/officeart/2005/8/layout/chevron1"/>
    <dgm:cxn modelId="{A522C517-EED1-4E24-90A9-316CC2017EC6}" type="presParOf" srcId="{C153F9F8-898C-4DA2-90A5-C66284EFA821}" destId="{2D0DCF1E-3EFE-4C4E-9968-6EE74B381646}" srcOrd="1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88C2311-43A9-441E-A37A-6B83BBD1886F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32037E8E-81C1-4E1A-B2B5-4A17CA4EA232}">
      <dgm:prSet phldrT="[Text]"/>
      <dgm:spPr/>
      <dgm:t>
        <a:bodyPr/>
        <a:lstStyle/>
        <a:p>
          <a:r>
            <a:rPr lang="en-US" dirty="0" smtClean="0"/>
            <a:t>Kick-off</a:t>
          </a:r>
          <a:endParaRPr lang="en-US" dirty="0"/>
        </a:p>
      </dgm:t>
    </dgm:pt>
    <dgm:pt modelId="{DF043821-5ED0-4769-A37C-254DB89D0902}" type="parTrans" cxnId="{7E68FF05-11A9-4CB4-B53D-B588DFEADB53}">
      <dgm:prSet/>
      <dgm:spPr/>
      <dgm:t>
        <a:bodyPr/>
        <a:lstStyle/>
        <a:p>
          <a:endParaRPr lang="en-US"/>
        </a:p>
      </dgm:t>
    </dgm:pt>
    <dgm:pt modelId="{9B69F1A2-E6A3-42C1-82CC-203EFCE07D79}" type="sibTrans" cxnId="{7E68FF05-11A9-4CB4-B53D-B588DFEADB53}">
      <dgm:prSet/>
      <dgm:spPr/>
      <dgm:t>
        <a:bodyPr/>
        <a:lstStyle/>
        <a:p>
          <a:endParaRPr lang="en-US"/>
        </a:p>
      </dgm:t>
    </dgm:pt>
    <dgm:pt modelId="{E75DA1B5-9507-4D04-A47C-F17081E6BB66}">
      <dgm:prSet phldrT="[Text]"/>
      <dgm:spPr/>
      <dgm:t>
        <a:bodyPr/>
        <a:lstStyle/>
        <a:p>
          <a:r>
            <a:rPr lang="en-US" dirty="0" smtClean="0"/>
            <a:t>Design</a:t>
          </a:r>
          <a:endParaRPr lang="en-US" dirty="0"/>
        </a:p>
      </dgm:t>
    </dgm:pt>
    <dgm:pt modelId="{1652052F-B5F3-40A2-8C55-DE8C6FE739EF}" type="parTrans" cxnId="{00E1AB9A-382F-44D8-8576-7F20B0D4C209}">
      <dgm:prSet/>
      <dgm:spPr/>
      <dgm:t>
        <a:bodyPr/>
        <a:lstStyle/>
        <a:p>
          <a:endParaRPr lang="en-US"/>
        </a:p>
      </dgm:t>
    </dgm:pt>
    <dgm:pt modelId="{AAC730F5-AC13-4D32-86BD-348B645E7AFE}" type="sibTrans" cxnId="{00E1AB9A-382F-44D8-8576-7F20B0D4C209}">
      <dgm:prSet/>
      <dgm:spPr/>
      <dgm:t>
        <a:bodyPr/>
        <a:lstStyle/>
        <a:p>
          <a:endParaRPr lang="en-US"/>
        </a:p>
      </dgm:t>
    </dgm:pt>
    <dgm:pt modelId="{D150FDEA-124F-49D8-A1A8-2A47D014353E}">
      <dgm:prSet phldrT="[Text]"/>
      <dgm:spPr/>
      <dgm:t>
        <a:bodyPr/>
        <a:lstStyle/>
        <a:p>
          <a:r>
            <a:rPr lang="en-US" dirty="0" smtClean="0"/>
            <a:t>Build</a:t>
          </a:r>
          <a:endParaRPr lang="en-US" dirty="0"/>
        </a:p>
      </dgm:t>
    </dgm:pt>
    <dgm:pt modelId="{F37CD107-7B93-43F7-8A69-5E38CCADA0C0}" type="parTrans" cxnId="{98FC4EA2-08F4-411F-BD2B-34DFC7A3BE33}">
      <dgm:prSet/>
      <dgm:spPr/>
      <dgm:t>
        <a:bodyPr/>
        <a:lstStyle/>
        <a:p>
          <a:endParaRPr lang="en-US"/>
        </a:p>
      </dgm:t>
    </dgm:pt>
    <dgm:pt modelId="{F2D4419B-48D1-4D9E-AF69-3BD1E0599B4C}" type="sibTrans" cxnId="{98FC4EA2-08F4-411F-BD2B-34DFC7A3BE33}">
      <dgm:prSet/>
      <dgm:spPr/>
      <dgm:t>
        <a:bodyPr/>
        <a:lstStyle/>
        <a:p>
          <a:endParaRPr lang="en-US"/>
        </a:p>
      </dgm:t>
    </dgm:pt>
    <dgm:pt modelId="{2B424D55-46B6-4DF9-8DAB-E6A3617CC6E0}">
      <dgm:prSet phldrT="[Text]"/>
      <dgm:spPr/>
      <dgm:t>
        <a:bodyPr/>
        <a:lstStyle/>
        <a:p>
          <a:r>
            <a:rPr lang="en-US" dirty="0" smtClean="0"/>
            <a:t>SIT</a:t>
          </a:r>
        </a:p>
      </dgm:t>
    </dgm:pt>
    <dgm:pt modelId="{CE997BF5-DE18-4ACC-8FFA-3954B51F4F39}" type="parTrans" cxnId="{D2341E44-B7F0-465C-825E-CAC30DA896EF}">
      <dgm:prSet/>
      <dgm:spPr/>
      <dgm:t>
        <a:bodyPr/>
        <a:lstStyle/>
        <a:p>
          <a:endParaRPr lang="en-US"/>
        </a:p>
      </dgm:t>
    </dgm:pt>
    <dgm:pt modelId="{906ACADC-381B-49D1-B9C5-F8DEF50AE5D8}" type="sibTrans" cxnId="{D2341E44-B7F0-465C-825E-CAC30DA896EF}">
      <dgm:prSet/>
      <dgm:spPr/>
      <dgm:t>
        <a:bodyPr/>
        <a:lstStyle/>
        <a:p>
          <a:endParaRPr lang="en-US"/>
        </a:p>
      </dgm:t>
    </dgm:pt>
    <dgm:pt modelId="{DB02E98D-42CF-4BCD-9DE1-DE9179D0C7AB}">
      <dgm:prSet phldrT="[Text]"/>
      <dgm:spPr/>
      <dgm:t>
        <a:bodyPr/>
        <a:lstStyle/>
        <a:p>
          <a:r>
            <a:rPr lang="en-US" dirty="0" smtClean="0"/>
            <a:t>UAT</a:t>
          </a:r>
        </a:p>
      </dgm:t>
    </dgm:pt>
    <dgm:pt modelId="{B98F26AB-9830-454D-8F94-DBBD90E968DD}" type="parTrans" cxnId="{EFF8D3AA-C5D4-4824-95CB-3F5F98CC802B}">
      <dgm:prSet/>
      <dgm:spPr/>
      <dgm:t>
        <a:bodyPr/>
        <a:lstStyle/>
        <a:p>
          <a:endParaRPr lang="en-US"/>
        </a:p>
      </dgm:t>
    </dgm:pt>
    <dgm:pt modelId="{CA6E1232-5852-4429-BF97-8738A7EAD08F}" type="sibTrans" cxnId="{EFF8D3AA-C5D4-4824-95CB-3F5F98CC802B}">
      <dgm:prSet/>
      <dgm:spPr/>
      <dgm:t>
        <a:bodyPr/>
        <a:lstStyle/>
        <a:p>
          <a:endParaRPr lang="en-US"/>
        </a:p>
      </dgm:t>
    </dgm:pt>
    <dgm:pt modelId="{8E419DAA-AFDB-48FD-8507-EAB542842A69}">
      <dgm:prSet phldrT="[Text]"/>
      <dgm:spPr/>
      <dgm:t>
        <a:bodyPr/>
        <a:lstStyle/>
        <a:p>
          <a:r>
            <a:rPr lang="en-US" dirty="0" smtClean="0"/>
            <a:t>Launch/Go-live</a:t>
          </a:r>
        </a:p>
      </dgm:t>
    </dgm:pt>
    <dgm:pt modelId="{5441016B-2792-4B9C-A40A-1E2959729C81}" type="parTrans" cxnId="{CACE28F0-CD13-4A58-8F7F-F510972BF22C}">
      <dgm:prSet/>
      <dgm:spPr/>
      <dgm:t>
        <a:bodyPr/>
        <a:lstStyle/>
        <a:p>
          <a:endParaRPr lang="en-US"/>
        </a:p>
      </dgm:t>
    </dgm:pt>
    <dgm:pt modelId="{271525B1-952F-4865-97C0-795428C4F262}" type="sibTrans" cxnId="{CACE28F0-CD13-4A58-8F7F-F510972BF22C}">
      <dgm:prSet/>
      <dgm:spPr/>
      <dgm:t>
        <a:bodyPr/>
        <a:lstStyle/>
        <a:p>
          <a:endParaRPr lang="en-US"/>
        </a:p>
      </dgm:t>
    </dgm:pt>
    <dgm:pt modelId="{23D1B1BA-3525-440E-AD8C-AA0ADFE4FFA5}">
      <dgm:prSet phldrT="[Text]"/>
      <dgm:spPr/>
      <dgm:t>
        <a:bodyPr/>
        <a:lstStyle/>
        <a:p>
          <a:r>
            <a:rPr lang="en-US" dirty="0" smtClean="0"/>
            <a:t>Hypercare</a:t>
          </a:r>
        </a:p>
      </dgm:t>
    </dgm:pt>
    <dgm:pt modelId="{3EBBA45F-5BEE-4D7D-A0F1-1F5114778650}" type="parTrans" cxnId="{6D36846C-BB18-46E4-8678-EC43404D5860}">
      <dgm:prSet/>
      <dgm:spPr/>
      <dgm:t>
        <a:bodyPr/>
        <a:lstStyle/>
        <a:p>
          <a:endParaRPr lang="en-US"/>
        </a:p>
      </dgm:t>
    </dgm:pt>
    <dgm:pt modelId="{B2A32D05-CBB0-4573-87B7-E48D30251E0B}" type="sibTrans" cxnId="{6D36846C-BB18-46E4-8678-EC43404D5860}">
      <dgm:prSet/>
      <dgm:spPr/>
      <dgm:t>
        <a:bodyPr/>
        <a:lstStyle/>
        <a:p>
          <a:endParaRPr lang="en-US"/>
        </a:p>
      </dgm:t>
    </dgm:pt>
    <dgm:pt modelId="{D82ED976-1754-449F-95B2-B1233E4DDD44}">
      <dgm:prSet phldrT="[Text]"/>
      <dgm:spPr/>
      <dgm:t>
        <a:bodyPr/>
        <a:lstStyle/>
        <a:p>
          <a:r>
            <a:rPr lang="en-US" dirty="0" smtClean="0"/>
            <a:t>Production Support</a:t>
          </a:r>
        </a:p>
      </dgm:t>
    </dgm:pt>
    <dgm:pt modelId="{299B59DA-7D17-4231-A0FB-59CA950C5BD1}" type="parTrans" cxnId="{8395DBA1-44D1-4466-B8B5-0EAFFDD32C1C}">
      <dgm:prSet/>
      <dgm:spPr/>
      <dgm:t>
        <a:bodyPr/>
        <a:lstStyle/>
        <a:p>
          <a:endParaRPr lang="en-US"/>
        </a:p>
      </dgm:t>
    </dgm:pt>
    <dgm:pt modelId="{7212B78E-B19B-4E78-983C-ECA97995528A}" type="sibTrans" cxnId="{8395DBA1-44D1-4466-B8B5-0EAFFDD32C1C}">
      <dgm:prSet/>
      <dgm:spPr/>
      <dgm:t>
        <a:bodyPr/>
        <a:lstStyle/>
        <a:p>
          <a:endParaRPr lang="en-US"/>
        </a:p>
      </dgm:t>
    </dgm:pt>
    <dgm:pt modelId="{C153F9F8-898C-4DA2-90A5-C66284EFA821}" type="pres">
      <dgm:prSet presAssocID="{988C2311-43A9-441E-A37A-6B83BBD1886F}" presName="Name0" presStyleCnt="0">
        <dgm:presLayoutVars>
          <dgm:dir/>
          <dgm:animLvl val="lvl"/>
          <dgm:resizeHandles val="exact"/>
        </dgm:presLayoutVars>
      </dgm:prSet>
      <dgm:spPr/>
    </dgm:pt>
    <dgm:pt modelId="{0BAB1302-38E1-4E86-893A-6CB460C71611}" type="pres">
      <dgm:prSet presAssocID="{32037E8E-81C1-4E1A-B2B5-4A17CA4EA232}" presName="parTxOnly" presStyleLbl="node1" presStyleIdx="0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4623231-6566-47C0-B706-970C84131913}" type="pres">
      <dgm:prSet presAssocID="{9B69F1A2-E6A3-42C1-82CC-203EFCE07D79}" presName="parTxOnlySpace" presStyleCnt="0"/>
      <dgm:spPr/>
    </dgm:pt>
    <dgm:pt modelId="{3CEE5714-9637-47AB-A40E-D08041C99F04}" type="pres">
      <dgm:prSet presAssocID="{E75DA1B5-9507-4D04-A47C-F17081E6BB66}" presName="parTxOnly" presStyleLbl="node1" presStyleIdx="1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AA36084-BD99-4849-ACB0-3025AAF64D3D}" type="pres">
      <dgm:prSet presAssocID="{AAC730F5-AC13-4D32-86BD-348B645E7AFE}" presName="parTxOnlySpace" presStyleCnt="0"/>
      <dgm:spPr/>
    </dgm:pt>
    <dgm:pt modelId="{A0B9562B-1301-49BD-87F0-3AF251949994}" type="pres">
      <dgm:prSet presAssocID="{D150FDEA-124F-49D8-A1A8-2A47D014353E}" presName="parTxOnly" presStyleLbl="node1" presStyleIdx="2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353736-D858-43B3-B568-D32084754921}" type="pres">
      <dgm:prSet presAssocID="{F2D4419B-48D1-4D9E-AF69-3BD1E0599B4C}" presName="parTxOnlySpace" presStyleCnt="0"/>
      <dgm:spPr/>
    </dgm:pt>
    <dgm:pt modelId="{CBC83CA5-5A42-419B-9FC7-286741B5A1E0}" type="pres">
      <dgm:prSet presAssocID="{2B424D55-46B6-4DF9-8DAB-E6A3617CC6E0}" presName="parTxOnly" presStyleLbl="node1" presStyleIdx="3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B6D0798-7BD6-42C3-913E-0FD085EF2D74}" type="pres">
      <dgm:prSet presAssocID="{906ACADC-381B-49D1-B9C5-F8DEF50AE5D8}" presName="parTxOnlySpace" presStyleCnt="0"/>
      <dgm:spPr/>
    </dgm:pt>
    <dgm:pt modelId="{DBF26873-9D29-4759-9AA9-AA9E86D7D27C}" type="pres">
      <dgm:prSet presAssocID="{DB02E98D-42CF-4BCD-9DE1-DE9179D0C7AB}" presName="parTxOnly" presStyleLbl="node1" presStyleIdx="4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8A435D1-66F7-4B68-9664-AAC7DC963299}" type="pres">
      <dgm:prSet presAssocID="{CA6E1232-5852-4429-BF97-8738A7EAD08F}" presName="parTxOnlySpace" presStyleCnt="0"/>
      <dgm:spPr/>
    </dgm:pt>
    <dgm:pt modelId="{C575A521-B4DE-445A-A0D5-3AAA377B6D7C}" type="pres">
      <dgm:prSet presAssocID="{8E419DAA-AFDB-48FD-8507-EAB542842A69}" presName="parTxOnly" presStyleLbl="node1" presStyleIdx="5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1D6116B-A5CF-4AED-9B35-58946697349A}" type="pres">
      <dgm:prSet presAssocID="{271525B1-952F-4865-97C0-795428C4F262}" presName="parTxOnlySpace" presStyleCnt="0"/>
      <dgm:spPr/>
    </dgm:pt>
    <dgm:pt modelId="{EA0131EE-9627-48CC-9C01-160B48F9C3C4}" type="pres">
      <dgm:prSet presAssocID="{23D1B1BA-3525-440E-AD8C-AA0ADFE4FFA5}" presName="parTxOnly" presStyleLbl="node1" presStyleIdx="6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4AC3D11-D757-4EB2-BB0D-08DB3B200810}" type="pres">
      <dgm:prSet presAssocID="{B2A32D05-CBB0-4573-87B7-E48D30251E0B}" presName="parTxOnlySpace" presStyleCnt="0"/>
      <dgm:spPr/>
    </dgm:pt>
    <dgm:pt modelId="{2D0DCF1E-3EFE-4C4E-9968-6EE74B381646}" type="pres">
      <dgm:prSet presAssocID="{D82ED976-1754-449F-95B2-B1233E4DDD44}" presName="parTxOnly" presStyleLbl="node1" presStyleIdx="7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2BA2671-1933-444B-ACBB-E036C8A76D46}" type="presOf" srcId="{2B424D55-46B6-4DF9-8DAB-E6A3617CC6E0}" destId="{CBC83CA5-5A42-419B-9FC7-286741B5A1E0}" srcOrd="0" destOrd="0" presId="urn:microsoft.com/office/officeart/2005/8/layout/chevron1"/>
    <dgm:cxn modelId="{39C531C6-9BB9-44D9-8530-4966F2888F51}" type="presOf" srcId="{32037E8E-81C1-4E1A-B2B5-4A17CA4EA232}" destId="{0BAB1302-38E1-4E86-893A-6CB460C71611}" srcOrd="0" destOrd="0" presId="urn:microsoft.com/office/officeart/2005/8/layout/chevron1"/>
    <dgm:cxn modelId="{8395DBA1-44D1-4466-B8B5-0EAFFDD32C1C}" srcId="{988C2311-43A9-441E-A37A-6B83BBD1886F}" destId="{D82ED976-1754-449F-95B2-B1233E4DDD44}" srcOrd="7" destOrd="0" parTransId="{299B59DA-7D17-4231-A0FB-59CA950C5BD1}" sibTransId="{7212B78E-B19B-4E78-983C-ECA97995528A}"/>
    <dgm:cxn modelId="{D5B2A0F0-1AB6-4EDA-8782-33B66BC4FE7F}" type="presOf" srcId="{DB02E98D-42CF-4BCD-9DE1-DE9179D0C7AB}" destId="{DBF26873-9D29-4759-9AA9-AA9E86D7D27C}" srcOrd="0" destOrd="0" presId="urn:microsoft.com/office/officeart/2005/8/layout/chevron1"/>
    <dgm:cxn modelId="{6D36846C-BB18-46E4-8678-EC43404D5860}" srcId="{988C2311-43A9-441E-A37A-6B83BBD1886F}" destId="{23D1B1BA-3525-440E-AD8C-AA0ADFE4FFA5}" srcOrd="6" destOrd="0" parTransId="{3EBBA45F-5BEE-4D7D-A0F1-1F5114778650}" sibTransId="{B2A32D05-CBB0-4573-87B7-E48D30251E0B}"/>
    <dgm:cxn modelId="{98FC4EA2-08F4-411F-BD2B-34DFC7A3BE33}" srcId="{988C2311-43A9-441E-A37A-6B83BBD1886F}" destId="{D150FDEA-124F-49D8-A1A8-2A47D014353E}" srcOrd="2" destOrd="0" parTransId="{F37CD107-7B93-43F7-8A69-5E38CCADA0C0}" sibTransId="{F2D4419B-48D1-4D9E-AF69-3BD1E0599B4C}"/>
    <dgm:cxn modelId="{CACE28F0-CD13-4A58-8F7F-F510972BF22C}" srcId="{988C2311-43A9-441E-A37A-6B83BBD1886F}" destId="{8E419DAA-AFDB-48FD-8507-EAB542842A69}" srcOrd="5" destOrd="0" parTransId="{5441016B-2792-4B9C-A40A-1E2959729C81}" sibTransId="{271525B1-952F-4865-97C0-795428C4F262}"/>
    <dgm:cxn modelId="{40C71B83-81E4-48D1-82BA-AE964006D7AF}" type="presOf" srcId="{D82ED976-1754-449F-95B2-B1233E4DDD44}" destId="{2D0DCF1E-3EFE-4C4E-9968-6EE74B381646}" srcOrd="0" destOrd="0" presId="urn:microsoft.com/office/officeart/2005/8/layout/chevron1"/>
    <dgm:cxn modelId="{7E68FF05-11A9-4CB4-B53D-B588DFEADB53}" srcId="{988C2311-43A9-441E-A37A-6B83BBD1886F}" destId="{32037E8E-81C1-4E1A-B2B5-4A17CA4EA232}" srcOrd="0" destOrd="0" parTransId="{DF043821-5ED0-4769-A37C-254DB89D0902}" sibTransId="{9B69F1A2-E6A3-42C1-82CC-203EFCE07D79}"/>
    <dgm:cxn modelId="{4000CC53-4531-453B-BF3C-4B1D9DF85DCA}" type="presOf" srcId="{E75DA1B5-9507-4D04-A47C-F17081E6BB66}" destId="{3CEE5714-9637-47AB-A40E-D08041C99F04}" srcOrd="0" destOrd="0" presId="urn:microsoft.com/office/officeart/2005/8/layout/chevron1"/>
    <dgm:cxn modelId="{00E1AB9A-382F-44D8-8576-7F20B0D4C209}" srcId="{988C2311-43A9-441E-A37A-6B83BBD1886F}" destId="{E75DA1B5-9507-4D04-A47C-F17081E6BB66}" srcOrd="1" destOrd="0" parTransId="{1652052F-B5F3-40A2-8C55-DE8C6FE739EF}" sibTransId="{AAC730F5-AC13-4D32-86BD-348B645E7AFE}"/>
    <dgm:cxn modelId="{25CA7C68-3B1C-4426-BA51-41AAFF531170}" type="presOf" srcId="{D150FDEA-124F-49D8-A1A8-2A47D014353E}" destId="{A0B9562B-1301-49BD-87F0-3AF251949994}" srcOrd="0" destOrd="0" presId="urn:microsoft.com/office/officeart/2005/8/layout/chevron1"/>
    <dgm:cxn modelId="{8EBF5AED-99E3-4FE7-A914-2ADDD4042955}" type="presOf" srcId="{988C2311-43A9-441E-A37A-6B83BBD1886F}" destId="{C153F9F8-898C-4DA2-90A5-C66284EFA821}" srcOrd="0" destOrd="0" presId="urn:microsoft.com/office/officeart/2005/8/layout/chevron1"/>
    <dgm:cxn modelId="{EFF8D3AA-C5D4-4824-95CB-3F5F98CC802B}" srcId="{988C2311-43A9-441E-A37A-6B83BBD1886F}" destId="{DB02E98D-42CF-4BCD-9DE1-DE9179D0C7AB}" srcOrd="4" destOrd="0" parTransId="{B98F26AB-9830-454D-8F94-DBBD90E968DD}" sibTransId="{CA6E1232-5852-4429-BF97-8738A7EAD08F}"/>
    <dgm:cxn modelId="{439ACFC2-A6D9-4F23-A543-B8A0C5C77C19}" type="presOf" srcId="{23D1B1BA-3525-440E-AD8C-AA0ADFE4FFA5}" destId="{EA0131EE-9627-48CC-9C01-160B48F9C3C4}" srcOrd="0" destOrd="0" presId="urn:microsoft.com/office/officeart/2005/8/layout/chevron1"/>
    <dgm:cxn modelId="{A9407953-0728-4994-B569-9F2DCEB75EF2}" type="presOf" srcId="{8E419DAA-AFDB-48FD-8507-EAB542842A69}" destId="{C575A521-B4DE-445A-A0D5-3AAA377B6D7C}" srcOrd="0" destOrd="0" presId="urn:microsoft.com/office/officeart/2005/8/layout/chevron1"/>
    <dgm:cxn modelId="{D2341E44-B7F0-465C-825E-CAC30DA896EF}" srcId="{988C2311-43A9-441E-A37A-6B83BBD1886F}" destId="{2B424D55-46B6-4DF9-8DAB-E6A3617CC6E0}" srcOrd="3" destOrd="0" parTransId="{CE997BF5-DE18-4ACC-8FFA-3954B51F4F39}" sibTransId="{906ACADC-381B-49D1-B9C5-F8DEF50AE5D8}"/>
    <dgm:cxn modelId="{9E2C691C-2605-495C-9F95-2A40BC5CBC51}" type="presParOf" srcId="{C153F9F8-898C-4DA2-90A5-C66284EFA821}" destId="{0BAB1302-38E1-4E86-893A-6CB460C71611}" srcOrd="0" destOrd="0" presId="urn:microsoft.com/office/officeart/2005/8/layout/chevron1"/>
    <dgm:cxn modelId="{F34C8E26-195A-4593-944B-34F5090C9802}" type="presParOf" srcId="{C153F9F8-898C-4DA2-90A5-C66284EFA821}" destId="{F4623231-6566-47C0-B706-970C84131913}" srcOrd="1" destOrd="0" presId="urn:microsoft.com/office/officeart/2005/8/layout/chevron1"/>
    <dgm:cxn modelId="{0B250C85-1FEC-4DE4-8278-D8DC88314936}" type="presParOf" srcId="{C153F9F8-898C-4DA2-90A5-C66284EFA821}" destId="{3CEE5714-9637-47AB-A40E-D08041C99F04}" srcOrd="2" destOrd="0" presId="urn:microsoft.com/office/officeart/2005/8/layout/chevron1"/>
    <dgm:cxn modelId="{68D9ECB7-49BD-416C-B277-227CB56DE06E}" type="presParOf" srcId="{C153F9F8-898C-4DA2-90A5-C66284EFA821}" destId="{CAA36084-BD99-4849-ACB0-3025AAF64D3D}" srcOrd="3" destOrd="0" presId="urn:microsoft.com/office/officeart/2005/8/layout/chevron1"/>
    <dgm:cxn modelId="{B92286BE-F698-47A2-B695-1E7E3E15F753}" type="presParOf" srcId="{C153F9F8-898C-4DA2-90A5-C66284EFA821}" destId="{A0B9562B-1301-49BD-87F0-3AF251949994}" srcOrd="4" destOrd="0" presId="urn:microsoft.com/office/officeart/2005/8/layout/chevron1"/>
    <dgm:cxn modelId="{1DBCC63C-53B7-4DD2-BAF1-508E53973FDC}" type="presParOf" srcId="{C153F9F8-898C-4DA2-90A5-C66284EFA821}" destId="{F9353736-D858-43B3-B568-D32084754921}" srcOrd="5" destOrd="0" presId="urn:microsoft.com/office/officeart/2005/8/layout/chevron1"/>
    <dgm:cxn modelId="{4FC25325-4C52-4657-A5A0-8BA1FA3C4B19}" type="presParOf" srcId="{C153F9F8-898C-4DA2-90A5-C66284EFA821}" destId="{CBC83CA5-5A42-419B-9FC7-286741B5A1E0}" srcOrd="6" destOrd="0" presId="urn:microsoft.com/office/officeart/2005/8/layout/chevron1"/>
    <dgm:cxn modelId="{15E3C6A1-2A56-41E4-8D3E-B1E0D4580A48}" type="presParOf" srcId="{C153F9F8-898C-4DA2-90A5-C66284EFA821}" destId="{6B6D0798-7BD6-42C3-913E-0FD085EF2D74}" srcOrd="7" destOrd="0" presId="urn:microsoft.com/office/officeart/2005/8/layout/chevron1"/>
    <dgm:cxn modelId="{BC8F8898-E229-4DCB-8E41-C5D01800A246}" type="presParOf" srcId="{C153F9F8-898C-4DA2-90A5-C66284EFA821}" destId="{DBF26873-9D29-4759-9AA9-AA9E86D7D27C}" srcOrd="8" destOrd="0" presId="urn:microsoft.com/office/officeart/2005/8/layout/chevron1"/>
    <dgm:cxn modelId="{AF1A3D54-A07A-4829-A96E-1A72F80145EA}" type="presParOf" srcId="{C153F9F8-898C-4DA2-90A5-C66284EFA821}" destId="{B8A435D1-66F7-4B68-9664-AAC7DC963299}" srcOrd="9" destOrd="0" presId="urn:microsoft.com/office/officeart/2005/8/layout/chevron1"/>
    <dgm:cxn modelId="{69D94D9B-FAD2-469D-B3C9-AF00CAC91AAD}" type="presParOf" srcId="{C153F9F8-898C-4DA2-90A5-C66284EFA821}" destId="{C575A521-B4DE-445A-A0D5-3AAA377B6D7C}" srcOrd="10" destOrd="0" presId="urn:microsoft.com/office/officeart/2005/8/layout/chevron1"/>
    <dgm:cxn modelId="{97F38288-6EB6-4DE5-A349-4DC1A632F95A}" type="presParOf" srcId="{C153F9F8-898C-4DA2-90A5-C66284EFA821}" destId="{71D6116B-A5CF-4AED-9B35-58946697349A}" srcOrd="11" destOrd="0" presId="urn:microsoft.com/office/officeart/2005/8/layout/chevron1"/>
    <dgm:cxn modelId="{4F7EDF0E-C34D-44B1-BE26-C51A77832DE1}" type="presParOf" srcId="{C153F9F8-898C-4DA2-90A5-C66284EFA821}" destId="{EA0131EE-9627-48CC-9C01-160B48F9C3C4}" srcOrd="12" destOrd="0" presId="urn:microsoft.com/office/officeart/2005/8/layout/chevron1"/>
    <dgm:cxn modelId="{521D1FF0-56A2-4EC9-8BE0-E63F5FA61141}" type="presParOf" srcId="{C153F9F8-898C-4DA2-90A5-C66284EFA821}" destId="{24AC3D11-D757-4EB2-BB0D-08DB3B200810}" srcOrd="13" destOrd="0" presId="urn:microsoft.com/office/officeart/2005/8/layout/chevron1"/>
    <dgm:cxn modelId="{830DF679-B5D0-4B2D-A369-88BE8DE15A75}" type="presParOf" srcId="{C153F9F8-898C-4DA2-90A5-C66284EFA821}" destId="{2D0DCF1E-3EFE-4C4E-9968-6EE74B381646}" srcOrd="1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88C2311-43A9-441E-A37A-6B83BBD1886F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32037E8E-81C1-4E1A-B2B5-4A17CA4EA232}">
      <dgm:prSet phldrT="[Text]"/>
      <dgm:spPr/>
      <dgm:t>
        <a:bodyPr/>
        <a:lstStyle/>
        <a:p>
          <a:r>
            <a:rPr lang="en-US" dirty="0" smtClean="0"/>
            <a:t>Kick-off</a:t>
          </a:r>
          <a:endParaRPr lang="en-US" dirty="0"/>
        </a:p>
      </dgm:t>
    </dgm:pt>
    <dgm:pt modelId="{DF043821-5ED0-4769-A37C-254DB89D0902}" type="parTrans" cxnId="{7E68FF05-11A9-4CB4-B53D-B588DFEADB53}">
      <dgm:prSet/>
      <dgm:spPr/>
      <dgm:t>
        <a:bodyPr/>
        <a:lstStyle/>
        <a:p>
          <a:endParaRPr lang="en-US"/>
        </a:p>
      </dgm:t>
    </dgm:pt>
    <dgm:pt modelId="{9B69F1A2-E6A3-42C1-82CC-203EFCE07D79}" type="sibTrans" cxnId="{7E68FF05-11A9-4CB4-B53D-B588DFEADB53}">
      <dgm:prSet/>
      <dgm:spPr/>
      <dgm:t>
        <a:bodyPr/>
        <a:lstStyle/>
        <a:p>
          <a:endParaRPr lang="en-US"/>
        </a:p>
      </dgm:t>
    </dgm:pt>
    <dgm:pt modelId="{E75DA1B5-9507-4D04-A47C-F17081E6BB66}">
      <dgm:prSet phldrT="[Text]"/>
      <dgm:spPr/>
      <dgm:t>
        <a:bodyPr/>
        <a:lstStyle/>
        <a:p>
          <a:r>
            <a:rPr lang="en-US" dirty="0" smtClean="0"/>
            <a:t>Design</a:t>
          </a:r>
          <a:endParaRPr lang="en-US" dirty="0"/>
        </a:p>
      </dgm:t>
    </dgm:pt>
    <dgm:pt modelId="{1652052F-B5F3-40A2-8C55-DE8C6FE739EF}" type="parTrans" cxnId="{00E1AB9A-382F-44D8-8576-7F20B0D4C209}">
      <dgm:prSet/>
      <dgm:spPr/>
      <dgm:t>
        <a:bodyPr/>
        <a:lstStyle/>
        <a:p>
          <a:endParaRPr lang="en-US"/>
        </a:p>
      </dgm:t>
    </dgm:pt>
    <dgm:pt modelId="{AAC730F5-AC13-4D32-86BD-348B645E7AFE}" type="sibTrans" cxnId="{00E1AB9A-382F-44D8-8576-7F20B0D4C209}">
      <dgm:prSet/>
      <dgm:spPr/>
      <dgm:t>
        <a:bodyPr/>
        <a:lstStyle/>
        <a:p>
          <a:endParaRPr lang="en-US"/>
        </a:p>
      </dgm:t>
    </dgm:pt>
    <dgm:pt modelId="{D150FDEA-124F-49D8-A1A8-2A47D014353E}">
      <dgm:prSet phldrT="[Text]"/>
      <dgm:spPr/>
      <dgm:t>
        <a:bodyPr/>
        <a:lstStyle/>
        <a:p>
          <a:r>
            <a:rPr lang="en-US" dirty="0" smtClean="0"/>
            <a:t>Build</a:t>
          </a:r>
          <a:endParaRPr lang="en-US" dirty="0"/>
        </a:p>
      </dgm:t>
    </dgm:pt>
    <dgm:pt modelId="{F37CD107-7B93-43F7-8A69-5E38CCADA0C0}" type="parTrans" cxnId="{98FC4EA2-08F4-411F-BD2B-34DFC7A3BE33}">
      <dgm:prSet/>
      <dgm:spPr/>
      <dgm:t>
        <a:bodyPr/>
        <a:lstStyle/>
        <a:p>
          <a:endParaRPr lang="en-US"/>
        </a:p>
      </dgm:t>
    </dgm:pt>
    <dgm:pt modelId="{F2D4419B-48D1-4D9E-AF69-3BD1E0599B4C}" type="sibTrans" cxnId="{98FC4EA2-08F4-411F-BD2B-34DFC7A3BE33}">
      <dgm:prSet/>
      <dgm:spPr/>
      <dgm:t>
        <a:bodyPr/>
        <a:lstStyle/>
        <a:p>
          <a:endParaRPr lang="en-US"/>
        </a:p>
      </dgm:t>
    </dgm:pt>
    <dgm:pt modelId="{2B424D55-46B6-4DF9-8DAB-E6A3617CC6E0}">
      <dgm:prSet phldrT="[Text]"/>
      <dgm:spPr/>
      <dgm:t>
        <a:bodyPr/>
        <a:lstStyle/>
        <a:p>
          <a:r>
            <a:rPr lang="en-US" dirty="0" smtClean="0"/>
            <a:t>SIT</a:t>
          </a:r>
        </a:p>
      </dgm:t>
    </dgm:pt>
    <dgm:pt modelId="{CE997BF5-DE18-4ACC-8FFA-3954B51F4F39}" type="parTrans" cxnId="{D2341E44-B7F0-465C-825E-CAC30DA896EF}">
      <dgm:prSet/>
      <dgm:spPr/>
      <dgm:t>
        <a:bodyPr/>
        <a:lstStyle/>
        <a:p>
          <a:endParaRPr lang="en-US"/>
        </a:p>
      </dgm:t>
    </dgm:pt>
    <dgm:pt modelId="{906ACADC-381B-49D1-B9C5-F8DEF50AE5D8}" type="sibTrans" cxnId="{D2341E44-B7F0-465C-825E-CAC30DA896EF}">
      <dgm:prSet/>
      <dgm:spPr/>
      <dgm:t>
        <a:bodyPr/>
        <a:lstStyle/>
        <a:p>
          <a:endParaRPr lang="en-US"/>
        </a:p>
      </dgm:t>
    </dgm:pt>
    <dgm:pt modelId="{DB02E98D-42CF-4BCD-9DE1-DE9179D0C7AB}">
      <dgm:prSet phldrT="[Text]"/>
      <dgm:spPr/>
      <dgm:t>
        <a:bodyPr/>
        <a:lstStyle/>
        <a:p>
          <a:r>
            <a:rPr lang="en-US" dirty="0" smtClean="0"/>
            <a:t>UAT</a:t>
          </a:r>
        </a:p>
      </dgm:t>
    </dgm:pt>
    <dgm:pt modelId="{B98F26AB-9830-454D-8F94-DBBD90E968DD}" type="parTrans" cxnId="{EFF8D3AA-C5D4-4824-95CB-3F5F98CC802B}">
      <dgm:prSet/>
      <dgm:spPr/>
      <dgm:t>
        <a:bodyPr/>
        <a:lstStyle/>
        <a:p>
          <a:endParaRPr lang="en-US"/>
        </a:p>
      </dgm:t>
    </dgm:pt>
    <dgm:pt modelId="{CA6E1232-5852-4429-BF97-8738A7EAD08F}" type="sibTrans" cxnId="{EFF8D3AA-C5D4-4824-95CB-3F5F98CC802B}">
      <dgm:prSet/>
      <dgm:spPr/>
      <dgm:t>
        <a:bodyPr/>
        <a:lstStyle/>
        <a:p>
          <a:endParaRPr lang="en-US"/>
        </a:p>
      </dgm:t>
    </dgm:pt>
    <dgm:pt modelId="{8E419DAA-AFDB-48FD-8507-EAB542842A69}">
      <dgm:prSet phldrT="[Text]"/>
      <dgm:spPr/>
      <dgm:t>
        <a:bodyPr/>
        <a:lstStyle/>
        <a:p>
          <a:r>
            <a:rPr lang="en-US" dirty="0" smtClean="0"/>
            <a:t>Launch/Go-live</a:t>
          </a:r>
        </a:p>
      </dgm:t>
    </dgm:pt>
    <dgm:pt modelId="{5441016B-2792-4B9C-A40A-1E2959729C81}" type="parTrans" cxnId="{CACE28F0-CD13-4A58-8F7F-F510972BF22C}">
      <dgm:prSet/>
      <dgm:spPr/>
      <dgm:t>
        <a:bodyPr/>
        <a:lstStyle/>
        <a:p>
          <a:endParaRPr lang="en-US"/>
        </a:p>
      </dgm:t>
    </dgm:pt>
    <dgm:pt modelId="{271525B1-952F-4865-97C0-795428C4F262}" type="sibTrans" cxnId="{CACE28F0-CD13-4A58-8F7F-F510972BF22C}">
      <dgm:prSet/>
      <dgm:spPr/>
      <dgm:t>
        <a:bodyPr/>
        <a:lstStyle/>
        <a:p>
          <a:endParaRPr lang="en-US"/>
        </a:p>
      </dgm:t>
    </dgm:pt>
    <dgm:pt modelId="{23D1B1BA-3525-440E-AD8C-AA0ADFE4FFA5}">
      <dgm:prSet phldrT="[Text]"/>
      <dgm:spPr/>
      <dgm:t>
        <a:bodyPr/>
        <a:lstStyle/>
        <a:p>
          <a:r>
            <a:rPr lang="en-US" dirty="0" smtClean="0"/>
            <a:t>Hypercare</a:t>
          </a:r>
        </a:p>
      </dgm:t>
    </dgm:pt>
    <dgm:pt modelId="{3EBBA45F-5BEE-4D7D-A0F1-1F5114778650}" type="parTrans" cxnId="{6D36846C-BB18-46E4-8678-EC43404D5860}">
      <dgm:prSet/>
      <dgm:spPr/>
      <dgm:t>
        <a:bodyPr/>
        <a:lstStyle/>
        <a:p>
          <a:endParaRPr lang="en-US"/>
        </a:p>
      </dgm:t>
    </dgm:pt>
    <dgm:pt modelId="{B2A32D05-CBB0-4573-87B7-E48D30251E0B}" type="sibTrans" cxnId="{6D36846C-BB18-46E4-8678-EC43404D5860}">
      <dgm:prSet/>
      <dgm:spPr/>
      <dgm:t>
        <a:bodyPr/>
        <a:lstStyle/>
        <a:p>
          <a:endParaRPr lang="en-US"/>
        </a:p>
      </dgm:t>
    </dgm:pt>
    <dgm:pt modelId="{D82ED976-1754-449F-95B2-B1233E4DDD44}">
      <dgm:prSet phldrT="[Text]"/>
      <dgm:spPr/>
      <dgm:t>
        <a:bodyPr/>
        <a:lstStyle/>
        <a:p>
          <a:r>
            <a:rPr lang="en-US" dirty="0" smtClean="0"/>
            <a:t>Production Support</a:t>
          </a:r>
        </a:p>
      </dgm:t>
    </dgm:pt>
    <dgm:pt modelId="{299B59DA-7D17-4231-A0FB-59CA950C5BD1}" type="parTrans" cxnId="{8395DBA1-44D1-4466-B8B5-0EAFFDD32C1C}">
      <dgm:prSet/>
      <dgm:spPr/>
      <dgm:t>
        <a:bodyPr/>
        <a:lstStyle/>
        <a:p>
          <a:endParaRPr lang="en-US"/>
        </a:p>
      </dgm:t>
    </dgm:pt>
    <dgm:pt modelId="{7212B78E-B19B-4E78-983C-ECA97995528A}" type="sibTrans" cxnId="{8395DBA1-44D1-4466-B8B5-0EAFFDD32C1C}">
      <dgm:prSet/>
      <dgm:spPr/>
      <dgm:t>
        <a:bodyPr/>
        <a:lstStyle/>
        <a:p>
          <a:endParaRPr lang="en-US"/>
        </a:p>
      </dgm:t>
    </dgm:pt>
    <dgm:pt modelId="{C153F9F8-898C-4DA2-90A5-C66284EFA821}" type="pres">
      <dgm:prSet presAssocID="{988C2311-43A9-441E-A37A-6B83BBD1886F}" presName="Name0" presStyleCnt="0">
        <dgm:presLayoutVars>
          <dgm:dir/>
          <dgm:animLvl val="lvl"/>
          <dgm:resizeHandles val="exact"/>
        </dgm:presLayoutVars>
      </dgm:prSet>
      <dgm:spPr/>
    </dgm:pt>
    <dgm:pt modelId="{0BAB1302-38E1-4E86-893A-6CB460C71611}" type="pres">
      <dgm:prSet presAssocID="{32037E8E-81C1-4E1A-B2B5-4A17CA4EA232}" presName="parTxOnly" presStyleLbl="node1" presStyleIdx="0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4623231-6566-47C0-B706-970C84131913}" type="pres">
      <dgm:prSet presAssocID="{9B69F1A2-E6A3-42C1-82CC-203EFCE07D79}" presName="parTxOnlySpace" presStyleCnt="0"/>
      <dgm:spPr/>
    </dgm:pt>
    <dgm:pt modelId="{3CEE5714-9637-47AB-A40E-D08041C99F04}" type="pres">
      <dgm:prSet presAssocID="{E75DA1B5-9507-4D04-A47C-F17081E6BB66}" presName="parTxOnly" presStyleLbl="node1" presStyleIdx="1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AA36084-BD99-4849-ACB0-3025AAF64D3D}" type="pres">
      <dgm:prSet presAssocID="{AAC730F5-AC13-4D32-86BD-348B645E7AFE}" presName="parTxOnlySpace" presStyleCnt="0"/>
      <dgm:spPr/>
    </dgm:pt>
    <dgm:pt modelId="{A0B9562B-1301-49BD-87F0-3AF251949994}" type="pres">
      <dgm:prSet presAssocID="{D150FDEA-124F-49D8-A1A8-2A47D014353E}" presName="parTxOnly" presStyleLbl="node1" presStyleIdx="2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353736-D858-43B3-B568-D32084754921}" type="pres">
      <dgm:prSet presAssocID="{F2D4419B-48D1-4D9E-AF69-3BD1E0599B4C}" presName="parTxOnlySpace" presStyleCnt="0"/>
      <dgm:spPr/>
    </dgm:pt>
    <dgm:pt modelId="{CBC83CA5-5A42-419B-9FC7-286741B5A1E0}" type="pres">
      <dgm:prSet presAssocID="{2B424D55-46B6-4DF9-8DAB-E6A3617CC6E0}" presName="parTxOnly" presStyleLbl="node1" presStyleIdx="3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B6D0798-7BD6-42C3-913E-0FD085EF2D74}" type="pres">
      <dgm:prSet presAssocID="{906ACADC-381B-49D1-B9C5-F8DEF50AE5D8}" presName="parTxOnlySpace" presStyleCnt="0"/>
      <dgm:spPr/>
    </dgm:pt>
    <dgm:pt modelId="{DBF26873-9D29-4759-9AA9-AA9E86D7D27C}" type="pres">
      <dgm:prSet presAssocID="{DB02E98D-42CF-4BCD-9DE1-DE9179D0C7AB}" presName="parTxOnly" presStyleLbl="node1" presStyleIdx="4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8A435D1-66F7-4B68-9664-AAC7DC963299}" type="pres">
      <dgm:prSet presAssocID="{CA6E1232-5852-4429-BF97-8738A7EAD08F}" presName="parTxOnlySpace" presStyleCnt="0"/>
      <dgm:spPr/>
    </dgm:pt>
    <dgm:pt modelId="{C575A521-B4DE-445A-A0D5-3AAA377B6D7C}" type="pres">
      <dgm:prSet presAssocID="{8E419DAA-AFDB-48FD-8507-EAB542842A69}" presName="parTxOnly" presStyleLbl="node1" presStyleIdx="5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1D6116B-A5CF-4AED-9B35-58946697349A}" type="pres">
      <dgm:prSet presAssocID="{271525B1-952F-4865-97C0-795428C4F262}" presName="parTxOnlySpace" presStyleCnt="0"/>
      <dgm:spPr/>
    </dgm:pt>
    <dgm:pt modelId="{EA0131EE-9627-48CC-9C01-160B48F9C3C4}" type="pres">
      <dgm:prSet presAssocID="{23D1B1BA-3525-440E-AD8C-AA0ADFE4FFA5}" presName="parTxOnly" presStyleLbl="node1" presStyleIdx="6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4AC3D11-D757-4EB2-BB0D-08DB3B200810}" type="pres">
      <dgm:prSet presAssocID="{B2A32D05-CBB0-4573-87B7-E48D30251E0B}" presName="parTxOnlySpace" presStyleCnt="0"/>
      <dgm:spPr/>
    </dgm:pt>
    <dgm:pt modelId="{2D0DCF1E-3EFE-4C4E-9968-6EE74B381646}" type="pres">
      <dgm:prSet presAssocID="{D82ED976-1754-449F-95B2-B1233E4DDD44}" presName="parTxOnly" presStyleLbl="node1" presStyleIdx="7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9A02B96-2C60-4A4B-A559-CB561E1BFB50}" type="presOf" srcId="{32037E8E-81C1-4E1A-B2B5-4A17CA4EA232}" destId="{0BAB1302-38E1-4E86-893A-6CB460C71611}" srcOrd="0" destOrd="0" presId="urn:microsoft.com/office/officeart/2005/8/layout/chevron1"/>
    <dgm:cxn modelId="{8395DBA1-44D1-4466-B8B5-0EAFFDD32C1C}" srcId="{988C2311-43A9-441E-A37A-6B83BBD1886F}" destId="{D82ED976-1754-449F-95B2-B1233E4DDD44}" srcOrd="7" destOrd="0" parTransId="{299B59DA-7D17-4231-A0FB-59CA950C5BD1}" sibTransId="{7212B78E-B19B-4E78-983C-ECA97995528A}"/>
    <dgm:cxn modelId="{6D36846C-BB18-46E4-8678-EC43404D5860}" srcId="{988C2311-43A9-441E-A37A-6B83BBD1886F}" destId="{23D1B1BA-3525-440E-AD8C-AA0ADFE4FFA5}" srcOrd="6" destOrd="0" parTransId="{3EBBA45F-5BEE-4D7D-A0F1-1F5114778650}" sibTransId="{B2A32D05-CBB0-4573-87B7-E48D30251E0B}"/>
    <dgm:cxn modelId="{98FC4EA2-08F4-411F-BD2B-34DFC7A3BE33}" srcId="{988C2311-43A9-441E-A37A-6B83BBD1886F}" destId="{D150FDEA-124F-49D8-A1A8-2A47D014353E}" srcOrd="2" destOrd="0" parTransId="{F37CD107-7B93-43F7-8A69-5E38CCADA0C0}" sibTransId="{F2D4419B-48D1-4D9E-AF69-3BD1E0599B4C}"/>
    <dgm:cxn modelId="{CACE28F0-CD13-4A58-8F7F-F510972BF22C}" srcId="{988C2311-43A9-441E-A37A-6B83BBD1886F}" destId="{8E419DAA-AFDB-48FD-8507-EAB542842A69}" srcOrd="5" destOrd="0" parTransId="{5441016B-2792-4B9C-A40A-1E2959729C81}" sibTransId="{271525B1-952F-4865-97C0-795428C4F262}"/>
    <dgm:cxn modelId="{62DBE148-CE35-45CE-A814-84CB1CDCFB8E}" type="presOf" srcId="{2B424D55-46B6-4DF9-8DAB-E6A3617CC6E0}" destId="{CBC83CA5-5A42-419B-9FC7-286741B5A1E0}" srcOrd="0" destOrd="0" presId="urn:microsoft.com/office/officeart/2005/8/layout/chevron1"/>
    <dgm:cxn modelId="{E1C55C0C-537E-414C-9C35-B06421460F19}" type="presOf" srcId="{988C2311-43A9-441E-A37A-6B83BBD1886F}" destId="{C153F9F8-898C-4DA2-90A5-C66284EFA821}" srcOrd="0" destOrd="0" presId="urn:microsoft.com/office/officeart/2005/8/layout/chevron1"/>
    <dgm:cxn modelId="{7E68FF05-11A9-4CB4-B53D-B588DFEADB53}" srcId="{988C2311-43A9-441E-A37A-6B83BBD1886F}" destId="{32037E8E-81C1-4E1A-B2B5-4A17CA4EA232}" srcOrd="0" destOrd="0" parTransId="{DF043821-5ED0-4769-A37C-254DB89D0902}" sibTransId="{9B69F1A2-E6A3-42C1-82CC-203EFCE07D79}"/>
    <dgm:cxn modelId="{3BCE1FCD-C2C6-469A-B5B0-345ECB161B3A}" type="presOf" srcId="{23D1B1BA-3525-440E-AD8C-AA0ADFE4FFA5}" destId="{EA0131EE-9627-48CC-9C01-160B48F9C3C4}" srcOrd="0" destOrd="0" presId="urn:microsoft.com/office/officeart/2005/8/layout/chevron1"/>
    <dgm:cxn modelId="{00E1AB9A-382F-44D8-8576-7F20B0D4C209}" srcId="{988C2311-43A9-441E-A37A-6B83BBD1886F}" destId="{E75DA1B5-9507-4D04-A47C-F17081E6BB66}" srcOrd="1" destOrd="0" parTransId="{1652052F-B5F3-40A2-8C55-DE8C6FE739EF}" sibTransId="{AAC730F5-AC13-4D32-86BD-348B645E7AFE}"/>
    <dgm:cxn modelId="{802DE3CC-F20B-444C-A039-70989855234D}" type="presOf" srcId="{E75DA1B5-9507-4D04-A47C-F17081E6BB66}" destId="{3CEE5714-9637-47AB-A40E-D08041C99F04}" srcOrd="0" destOrd="0" presId="urn:microsoft.com/office/officeart/2005/8/layout/chevron1"/>
    <dgm:cxn modelId="{D6606460-9A39-4ACD-89B6-72023E8681C6}" type="presOf" srcId="{D82ED976-1754-449F-95B2-B1233E4DDD44}" destId="{2D0DCF1E-3EFE-4C4E-9968-6EE74B381646}" srcOrd="0" destOrd="0" presId="urn:microsoft.com/office/officeart/2005/8/layout/chevron1"/>
    <dgm:cxn modelId="{EFF8D3AA-C5D4-4824-95CB-3F5F98CC802B}" srcId="{988C2311-43A9-441E-A37A-6B83BBD1886F}" destId="{DB02E98D-42CF-4BCD-9DE1-DE9179D0C7AB}" srcOrd="4" destOrd="0" parTransId="{B98F26AB-9830-454D-8F94-DBBD90E968DD}" sibTransId="{CA6E1232-5852-4429-BF97-8738A7EAD08F}"/>
    <dgm:cxn modelId="{E8D2A75C-C6A4-421E-931B-22BC90C85217}" type="presOf" srcId="{D150FDEA-124F-49D8-A1A8-2A47D014353E}" destId="{A0B9562B-1301-49BD-87F0-3AF251949994}" srcOrd="0" destOrd="0" presId="urn:microsoft.com/office/officeart/2005/8/layout/chevron1"/>
    <dgm:cxn modelId="{FA3B7A47-A59A-4145-8031-1AD5CF2D81FE}" type="presOf" srcId="{8E419DAA-AFDB-48FD-8507-EAB542842A69}" destId="{C575A521-B4DE-445A-A0D5-3AAA377B6D7C}" srcOrd="0" destOrd="0" presId="urn:microsoft.com/office/officeart/2005/8/layout/chevron1"/>
    <dgm:cxn modelId="{975EA2FB-EB95-4C2E-81A6-56B8360A777E}" type="presOf" srcId="{DB02E98D-42CF-4BCD-9DE1-DE9179D0C7AB}" destId="{DBF26873-9D29-4759-9AA9-AA9E86D7D27C}" srcOrd="0" destOrd="0" presId="urn:microsoft.com/office/officeart/2005/8/layout/chevron1"/>
    <dgm:cxn modelId="{D2341E44-B7F0-465C-825E-CAC30DA896EF}" srcId="{988C2311-43A9-441E-A37A-6B83BBD1886F}" destId="{2B424D55-46B6-4DF9-8DAB-E6A3617CC6E0}" srcOrd="3" destOrd="0" parTransId="{CE997BF5-DE18-4ACC-8FFA-3954B51F4F39}" sibTransId="{906ACADC-381B-49D1-B9C5-F8DEF50AE5D8}"/>
    <dgm:cxn modelId="{3E759028-051D-4874-A574-AD78AFD0966C}" type="presParOf" srcId="{C153F9F8-898C-4DA2-90A5-C66284EFA821}" destId="{0BAB1302-38E1-4E86-893A-6CB460C71611}" srcOrd="0" destOrd="0" presId="urn:microsoft.com/office/officeart/2005/8/layout/chevron1"/>
    <dgm:cxn modelId="{6D0D25E5-8001-4590-8192-B52E3AA81E34}" type="presParOf" srcId="{C153F9F8-898C-4DA2-90A5-C66284EFA821}" destId="{F4623231-6566-47C0-B706-970C84131913}" srcOrd="1" destOrd="0" presId="urn:microsoft.com/office/officeart/2005/8/layout/chevron1"/>
    <dgm:cxn modelId="{558C848C-50F9-4E6A-AEDD-9ABCF49417FD}" type="presParOf" srcId="{C153F9F8-898C-4DA2-90A5-C66284EFA821}" destId="{3CEE5714-9637-47AB-A40E-D08041C99F04}" srcOrd="2" destOrd="0" presId="urn:microsoft.com/office/officeart/2005/8/layout/chevron1"/>
    <dgm:cxn modelId="{C87FDC7C-E0D8-4C01-978D-43FA141D8243}" type="presParOf" srcId="{C153F9F8-898C-4DA2-90A5-C66284EFA821}" destId="{CAA36084-BD99-4849-ACB0-3025AAF64D3D}" srcOrd="3" destOrd="0" presId="urn:microsoft.com/office/officeart/2005/8/layout/chevron1"/>
    <dgm:cxn modelId="{99AC1564-6932-464E-A71F-9D3384C5B26E}" type="presParOf" srcId="{C153F9F8-898C-4DA2-90A5-C66284EFA821}" destId="{A0B9562B-1301-49BD-87F0-3AF251949994}" srcOrd="4" destOrd="0" presId="urn:microsoft.com/office/officeart/2005/8/layout/chevron1"/>
    <dgm:cxn modelId="{A87521BB-0236-40CC-AE4C-B357B669E274}" type="presParOf" srcId="{C153F9F8-898C-4DA2-90A5-C66284EFA821}" destId="{F9353736-D858-43B3-B568-D32084754921}" srcOrd="5" destOrd="0" presId="urn:microsoft.com/office/officeart/2005/8/layout/chevron1"/>
    <dgm:cxn modelId="{9CD2BC1F-40C5-4996-8BF4-A8B66009DDC9}" type="presParOf" srcId="{C153F9F8-898C-4DA2-90A5-C66284EFA821}" destId="{CBC83CA5-5A42-419B-9FC7-286741B5A1E0}" srcOrd="6" destOrd="0" presId="urn:microsoft.com/office/officeart/2005/8/layout/chevron1"/>
    <dgm:cxn modelId="{33A1E7E1-7280-4008-9018-B3D4BCCC4EC6}" type="presParOf" srcId="{C153F9F8-898C-4DA2-90A5-C66284EFA821}" destId="{6B6D0798-7BD6-42C3-913E-0FD085EF2D74}" srcOrd="7" destOrd="0" presId="urn:microsoft.com/office/officeart/2005/8/layout/chevron1"/>
    <dgm:cxn modelId="{A6CE48E4-C80B-4178-87B8-C9FFF077AEF8}" type="presParOf" srcId="{C153F9F8-898C-4DA2-90A5-C66284EFA821}" destId="{DBF26873-9D29-4759-9AA9-AA9E86D7D27C}" srcOrd="8" destOrd="0" presId="urn:microsoft.com/office/officeart/2005/8/layout/chevron1"/>
    <dgm:cxn modelId="{7D031B3D-DE0E-4C49-87CF-7EA15F949667}" type="presParOf" srcId="{C153F9F8-898C-4DA2-90A5-C66284EFA821}" destId="{B8A435D1-66F7-4B68-9664-AAC7DC963299}" srcOrd="9" destOrd="0" presId="urn:microsoft.com/office/officeart/2005/8/layout/chevron1"/>
    <dgm:cxn modelId="{C5EDEF7A-10D1-4986-BEFD-1B33944421FE}" type="presParOf" srcId="{C153F9F8-898C-4DA2-90A5-C66284EFA821}" destId="{C575A521-B4DE-445A-A0D5-3AAA377B6D7C}" srcOrd="10" destOrd="0" presId="urn:microsoft.com/office/officeart/2005/8/layout/chevron1"/>
    <dgm:cxn modelId="{FA0FC031-0651-47CC-843E-C8E504E53B97}" type="presParOf" srcId="{C153F9F8-898C-4DA2-90A5-C66284EFA821}" destId="{71D6116B-A5CF-4AED-9B35-58946697349A}" srcOrd="11" destOrd="0" presId="urn:microsoft.com/office/officeart/2005/8/layout/chevron1"/>
    <dgm:cxn modelId="{4CE55327-8606-4C94-BE98-E3BF4BDEDE3F}" type="presParOf" srcId="{C153F9F8-898C-4DA2-90A5-C66284EFA821}" destId="{EA0131EE-9627-48CC-9C01-160B48F9C3C4}" srcOrd="12" destOrd="0" presId="urn:microsoft.com/office/officeart/2005/8/layout/chevron1"/>
    <dgm:cxn modelId="{E93478EA-9AAB-4C7C-B7C0-5D2B09D54F31}" type="presParOf" srcId="{C153F9F8-898C-4DA2-90A5-C66284EFA821}" destId="{24AC3D11-D757-4EB2-BB0D-08DB3B200810}" srcOrd="13" destOrd="0" presId="urn:microsoft.com/office/officeart/2005/8/layout/chevron1"/>
    <dgm:cxn modelId="{2428A5CD-C192-483F-9809-C3A2D389310F}" type="presParOf" srcId="{C153F9F8-898C-4DA2-90A5-C66284EFA821}" destId="{2D0DCF1E-3EFE-4C4E-9968-6EE74B381646}" srcOrd="1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2B047F-4376-437C-8D8B-F3281C71DA63}">
      <dsp:nvSpPr>
        <dsp:cNvPr id="0" name=""/>
        <dsp:cNvSpPr/>
      </dsp:nvSpPr>
      <dsp:spPr>
        <a:xfrm rot="5400000">
          <a:off x="-71010" y="30689"/>
          <a:ext cx="764098" cy="70928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Open</a:t>
          </a:r>
          <a:endParaRPr lang="en-US" sz="1000" kern="1200" dirty="0"/>
        </a:p>
      </dsp:txBody>
      <dsp:txXfrm rot="-5400000">
        <a:off x="-43603" y="357924"/>
        <a:ext cx="709284" cy="54814"/>
      </dsp:txXfrm>
    </dsp:sp>
    <dsp:sp modelId="{A6459273-1C04-4E20-B65D-5B6A9CB08A8D}">
      <dsp:nvSpPr>
        <dsp:cNvPr id="0" name=""/>
        <dsp:cNvSpPr/>
      </dsp:nvSpPr>
      <dsp:spPr>
        <a:xfrm rot="5400000">
          <a:off x="2079088" y="-1497333"/>
          <a:ext cx="496925" cy="34981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6350" rIns="635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By Ops Specialist</a:t>
          </a:r>
          <a:endParaRPr lang="en-US" sz="1000" kern="1200" dirty="0"/>
        </a:p>
      </dsp:txBody>
      <dsp:txXfrm rot="-5400000">
        <a:off x="578473" y="27540"/>
        <a:ext cx="3473897" cy="448409"/>
      </dsp:txXfrm>
    </dsp:sp>
    <dsp:sp modelId="{1BB5F002-FE85-414F-B75D-F9DFA4C21A8C}">
      <dsp:nvSpPr>
        <dsp:cNvPr id="0" name=""/>
        <dsp:cNvSpPr/>
      </dsp:nvSpPr>
      <dsp:spPr>
        <a:xfrm rot="5400000">
          <a:off x="-71010" y="672104"/>
          <a:ext cx="764098" cy="70928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Build and Unit Test</a:t>
          </a:r>
          <a:endParaRPr lang="en-US" sz="1000" kern="1200" dirty="0"/>
        </a:p>
      </dsp:txBody>
      <dsp:txXfrm rot="-5400000">
        <a:off x="-43603" y="999339"/>
        <a:ext cx="709284" cy="54814"/>
      </dsp:txXfrm>
    </dsp:sp>
    <dsp:sp modelId="{01FECBC9-84A6-43CF-94FA-B3F98FA2A379}">
      <dsp:nvSpPr>
        <dsp:cNvPr id="0" name=""/>
        <dsp:cNvSpPr/>
      </dsp:nvSpPr>
      <dsp:spPr>
        <a:xfrm rot="5400000">
          <a:off x="2079218" y="-856048"/>
          <a:ext cx="496664" cy="34981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6350" rIns="635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By Technical Agency</a:t>
          </a:r>
          <a:endParaRPr lang="en-US" sz="1000" kern="1200" dirty="0"/>
        </a:p>
      </dsp:txBody>
      <dsp:txXfrm rot="-5400000">
        <a:off x="578473" y="668942"/>
        <a:ext cx="3473910" cy="448174"/>
      </dsp:txXfrm>
    </dsp:sp>
    <dsp:sp modelId="{333A060C-A180-443B-BE62-8E521743A2D5}">
      <dsp:nvSpPr>
        <dsp:cNvPr id="0" name=""/>
        <dsp:cNvSpPr/>
      </dsp:nvSpPr>
      <dsp:spPr>
        <a:xfrm rot="5400000">
          <a:off x="-71010" y="1313519"/>
          <a:ext cx="764098" cy="70928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UAT</a:t>
          </a:r>
          <a:endParaRPr lang="en-US" sz="1000" kern="1200" dirty="0"/>
        </a:p>
      </dsp:txBody>
      <dsp:txXfrm rot="-5400000">
        <a:off x="-43603" y="1640754"/>
        <a:ext cx="709284" cy="54814"/>
      </dsp:txXfrm>
    </dsp:sp>
    <dsp:sp modelId="{6325F3CD-F1D9-4D5E-9CCE-5F5527D81C79}">
      <dsp:nvSpPr>
        <dsp:cNvPr id="0" name=""/>
        <dsp:cNvSpPr/>
      </dsp:nvSpPr>
      <dsp:spPr>
        <a:xfrm rot="5400000">
          <a:off x="2079218" y="-214633"/>
          <a:ext cx="496664" cy="34981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6350" rIns="635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In Staging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By Requestor or Ops specialist</a:t>
          </a:r>
          <a:endParaRPr lang="en-US" sz="1000" kern="1200" dirty="0"/>
        </a:p>
      </dsp:txBody>
      <dsp:txXfrm rot="-5400000">
        <a:off x="578473" y="1310357"/>
        <a:ext cx="3473910" cy="448174"/>
      </dsp:txXfrm>
    </dsp:sp>
    <dsp:sp modelId="{D6988980-F066-4C16-AC24-EECE559FD9E6}">
      <dsp:nvSpPr>
        <dsp:cNvPr id="0" name=""/>
        <dsp:cNvSpPr/>
      </dsp:nvSpPr>
      <dsp:spPr>
        <a:xfrm rot="5400000">
          <a:off x="-71010" y="1954934"/>
          <a:ext cx="764098" cy="70928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Resolve</a:t>
          </a:r>
          <a:endParaRPr lang="en-US" sz="1000" kern="1200" dirty="0"/>
        </a:p>
      </dsp:txBody>
      <dsp:txXfrm rot="-5400000">
        <a:off x="-43603" y="2282169"/>
        <a:ext cx="709284" cy="54814"/>
      </dsp:txXfrm>
    </dsp:sp>
    <dsp:sp modelId="{D01867CE-C1E2-433F-8749-550F8CBED03F}">
      <dsp:nvSpPr>
        <dsp:cNvPr id="0" name=""/>
        <dsp:cNvSpPr/>
      </dsp:nvSpPr>
      <dsp:spPr>
        <a:xfrm rot="5400000">
          <a:off x="2079218" y="426781"/>
          <a:ext cx="496664" cy="34981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6350" rIns="635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By Technical Agency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After validating production push</a:t>
          </a:r>
          <a:endParaRPr lang="en-US" sz="1000" kern="1200" dirty="0"/>
        </a:p>
      </dsp:txBody>
      <dsp:txXfrm rot="-5400000">
        <a:off x="578473" y="1951772"/>
        <a:ext cx="3473910" cy="448174"/>
      </dsp:txXfrm>
    </dsp:sp>
    <dsp:sp modelId="{71AF32F9-3EB4-4FC0-B568-6939C0319B29}">
      <dsp:nvSpPr>
        <dsp:cNvPr id="0" name=""/>
        <dsp:cNvSpPr/>
      </dsp:nvSpPr>
      <dsp:spPr>
        <a:xfrm rot="5400000">
          <a:off x="-71010" y="2596349"/>
          <a:ext cx="764098" cy="70928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Close</a:t>
          </a:r>
          <a:endParaRPr lang="en-US" sz="1000" kern="1200" dirty="0"/>
        </a:p>
      </dsp:txBody>
      <dsp:txXfrm rot="-5400000">
        <a:off x="-43603" y="2923584"/>
        <a:ext cx="709284" cy="54814"/>
      </dsp:txXfrm>
    </dsp:sp>
    <dsp:sp modelId="{8C4FF7B3-D4FB-4DAC-8F69-802A115AAFC4}">
      <dsp:nvSpPr>
        <dsp:cNvPr id="0" name=""/>
        <dsp:cNvSpPr/>
      </dsp:nvSpPr>
      <dsp:spPr>
        <a:xfrm rot="5400000">
          <a:off x="2079218" y="1068196"/>
          <a:ext cx="496664" cy="34981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6350" rIns="635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By Ops specialist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After validation by Requestor or Ops specialist</a:t>
          </a:r>
          <a:endParaRPr lang="en-US" sz="1000" kern="1200" dirty="0"/>
        </a:p>
      </dsp:txBody>
      <dsp:txXfrm rot="-5400000">
        <a:off x="578473" y="2593187"/>
        <a:ext cx="3473910" cy="4481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2B047F-4376-437C-8D8B-F3281C71DA63}">
      <dsp:nvSpPr>
        <dsp:cNvPr id="0" name=""/>
        <dsp:cNvSpPr/>
      </dsp:nvSpPr>
      <dsp:spPr>
        <a:xfrm rot="5400000">
          <a:off x="-114614" y="117897"/>
          <a:ext cx="764099" cy="53486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Kickoff/Design</a:t>
          </a:r>
          <a:endParaRPr lang="en-US" sz="1100" kern="1200" dirty="0"/>
        </a:p>
      </dsp:txBody>
      <dsp:txXfrm rot="-5400000">
        <a:off x="2" y="270717"/>
        <a:ext cx="534869" cy="229230"/>
      </dsp:txXfrm>
    </dsp:sp>
    <dsp:sp modelId="{A6459273-1C04-4E20-B65D-5B6A9CB08A8D}">
      <dsp:nvSpPr>
        <dsp:cNvPr id="0" name=""/>
        <dsp:cNvSpPr/>
      </dsp:nvSpPr>
      <dsp:spPr>
        <a:xfrm rot="5400000">
          <a:off x="1983997" y="-1445846"/>
          <a:ext cx="496925" cy="339518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By </a:t>
          </a:r>
          <a:r>
            <a:rPr lang="en-US" sz="1100" kern="1200" dirty="0" err="1" smtClean="0"/>
            <a:t>Dev</a:t>
          </a:r>
          <a:r>
            <a:rPr lang="en-US" sz="1100" kern="1200" dirty="0" smtClean="0"/>
            <a:t> Specialist and Tech agency</a:t>
          </a:r>
          <a:endParaRPr lang="en-US" sz="1100" kern="1200" dirty="0"/>
        </a:p>
      </dsp:txBody>
      <dsp:txXfrm rot="-5400000">
        <a:off x="534869" y="27540"/>
        <a:ext cx="3370924" cy="448409"/>
      </dsp:txXfrm>
    </dsp:sp>
    <dsp:sp modelId="{1BB5F002-FE85-414F-B75D-F9DFA4C21A8C}">
      <dsp:nvSpPr>
        <dsp:cNvPr id="0" name=""/>
        <dsp:cNvSpPr/>
      </dsp:nvSpPr>
      <dsp:spPr>
        <a:xfrm rot="5400000">
          <a:off x="-114614" y="759312"/>
          <a:ext cx="764099" cy="53486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Build and Unit Test</a:t>
          </a:r>
          <a:endParaRPr lang="en-US" sz="1100" kern="1200" dirty="0"/>
        </a:p>
      </dsp:txBody>
      <dsp:txXfrm rot="-5400000">
        <a:off x="2" y="912132"/>
        <a:ext cx="534869" cy="229230"/>
      </dsp:txXfrm>
    </dsp:sp>
    <dsp:sp modelId="{01FECBC9-84A6-43CF-94FA-B3F98FA2A379}">
      <dsp:nvSpPr>
        <dsp:cNvPr id="0" name=""/>
        <dsp:cNvSpPr/>
      </dsp:nvSpPr>
      <dsp:spPr>
        <a:xfrm rot="5400000">
          <a:off x="1984128" y="-804561"/>
          <a:ext cx="496664" cy="339518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By Technical Agency</a:t>
          </a:r>
          <a:endParaRPr lang="en-US" sz="1100" kern="1200" dirty="0"/>
        </a:p>
      </dsp:txBody>
      <dsp:txXfrm rot="-5400000">
        <a:off x="534870" y="668942"/>
        <a:ext cx="3370937" cy="448174"/>
      </dsp:txXfrm>
    </dsp:sp>
    <dsp:sp modelId="{333A060C-A180-443B-BE62-8E521743A2D5}">
      <dsp:nvSpPr>
        <dsp:cNvPr id="0" name=""/>
        <dsp:cNvSpPr/>
      </dsp:nvSpPr>
      <dsp:spPr>
        <a:xfrm rot="5400000">
          <a:off x="-114614" y="1400727"/>
          <a:ext cx="764099" cy="53486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Testing (UAT)</a:t>
          </a:r>
          <a:endParaRPr lang="en-US" sz="1100" kern="1200" dirty="0"/>
        </a:p>
      </dsp:txBody>
      <dsp:txXfrm rot="-5400000">
        <a:off x="2" y="1553547"/>
        <a:ext cx="534869" cy="229230"/>
      </dsp:txXfrm>
    </dsp:sp>
    <dsp:sp modelId="{6325F3CD-F1D9-4D5E-9CCE-5F5527D81C79}">
      <dsp:nvSpPr>
        <dsp:cNvPr id="0" name=""/>
        <dsp:cNvSpPr/>
      </dsp:nvSpPr>
      <dsp:spPr>
        <a:xfrm rot="5400000">
          <a:off x="1984128" y="-163146"/>
          <a:ext cx="496664" cy="339518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In Staging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By </a:t>
          </a:r>
          <a:r>
            <a:rPr lang="en-US" sz="1100" kern="1200" dirty="0" err="1" smtClean="0"/>
            <a:t>Dev</a:t>
          </a:r>
          <a:r>
            <a:rPr lang="en-US" sz="1100" kern="1200" dirty="0" smtClean="0"/>
            <a:t> specialist and creative/Brand</a:t>
          </a:r>
          <a:endParaRPr lang="en-US" sz="1100" kern="1200" dirty="0"/>
        </a:p>
      </dsp:txBody>
      <dsp:txXfrm rot="-5400000">
        <a:off x="534870" y="1310357"/>
        <a:ext cx="3370937" cy="448174"/>
      </dsp:txXfrm>
    </dsp:sp>
    <dsp:sp modelId="{D6988980-F066-4C16-AC24-EECE559FD9E6}">
      <dsp:nvSpPr>
        <dsp:cNvPr id="0" name=""/>
        <dsp:cNvSpPr/>
      </dsp:nvSpPr>
      <dsp:spPr>
        <a:xfrm rot="5400000">
          <a:off x="-114614" y="2042143"/>
          <a:ext cx="764099" cy="53486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Go-live/</a:t>
          </a:r>
          <a:r>
            <a:rPr lang="en-US" sz="1100" kern="1200" dirty="0" err="1" smtClean="0"/>
            <a:t>Hypercare</a:t>
          </a:r>
          <a:endParaRPr lang="en-US" sz="1100" kern="1200" dirty="0"/>
        </a:p>
      </dsp:txBody>
      <dsp:txXfrm rot="-5400000">
        <a:off x="2" y="2194963"/>
        <a:ext cx="534869" cy="229230"/>
      </dsp:txXfrm>
    </dsp:sp>
    <dsp:sp modelId="{D01867CE-C1E2-433F-8749-550F8CBED03F}">
      <dsp:nvSpPr>
        <dsp:cNvPr id="0" name=""/>
        <dsp:cNvSpPr/>
      </dsp:nvSpPr>
      <dsp:spPr>
        <a:xfrm rot="5400000">
          <a:off x="1984128" y="478269"/>
          <a:ext cx="496664" cy="339518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By Technical Agency (</a:t>
          </a:r>
          <a:r>
            <a:rPr lang="en-US" sz="1100" kern="1200" dirty="0" err="1" smtClean="0"/>
            <a:t>Dev</a:t>
          </a:r>
          <a:r>
            <a:rPr lang="en-US" sz="1100" kern="1200" dirty="0" smtClean="0"/>
            <a:t> and Ops Team)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Validation co-ordination by </a:t>
          </a:r>
          <a:r>
            <a:rPr lang="en-US" sz="1100" kern="1200" dirty="0" err="1" smtClean="0"/>
            <a:t>Dev</a:t>
          </a:r>
          <a:r>
            <a:rPr lang="en-US" sz="1100" kern="1200" dirty="0" smtClean="0"/>
            <a:t> and Ops Specialists</a:t>
          </a:r>
          <a:endParaRPr lang="en-US" sz="1100" kern="1200" dirty="0"/>
        </a:p>
      </dsp:txBody>
      <dsp:txXfrm rot="-5400000">
        <a:off x="534870" y="1951773"/>
        <a:ext cx="3370937" cy="448174"/>
      </dsp:txXfrm>
    </dsp:sp>
    <dsp:sp modelId="{71AF32F9-3EB4-4FC0-B568-6939C0319B29}">
      <dsp:nvSpPr>
        <dsp:cNvPr id="0" name=""/>
        <dsp:cNvSpPr/>
      </dsp:nvSpPr>
      <dsp:spPr>
        <a:xfrm rot="5400000">
          <a:off x="-114614" y="2683558"/>
          <a:ext cx="764099" cy="53486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Go live Support</a:t>
          </a:r>
          <a:endParaRPr lang="en-US" sz="1100" kern="1200" dirty="0"/>
        </a:p>
      </dsp:txBody>
      <dsp:txXfrm rot="-5400000">
        <a:off x="2" y="2836378"/>
        <a:ext cx="534869" cy="229230"/>
      </dsp:txXfrm>
    </dsp:sp>
    <dsp:sp modelId="{8C4FF7B3-D4FB-4DAC-8F69-802A115AAFC4}">
      <dsp:nvSpPr>
        <dsp:cNvPr id="0" name=""/>
        <dsp:cNvSpPr/>
      </dsp:nvSpPr>
      <dsp:spPr>
        <a:xfrm rot="5400000">
          <a:off x="1984128" y="1119684"/>
          <a:ext cx="496664" cy="339518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By Ops specialist with ticket requests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Tech agency M&amp;O team responding to the requests</a:t>
          </a:r>
          <a:endParaRPr lang="en-US" sz="1100" kern="1200" dirty="0"/>
        </a:p>
      </dsp:txBody>
      <dsp:txXfrm rot="-5400000">
        <a:off x="534870" y="2593188"/>
        <a:ext cx="3370937" cy="4481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AB1302-38E1-4E86-893A-6CB460C71611}">
      <dsp:nvSpPr>
        <dsp:cNvPr id="0" name=""/>
        <dsp:cNvSpPr/>
      </dsp:nvSpPr>
      <dsp:spPr>
        <a:xfrm>
          <a:off x="663" y="410641"/>
          <a:ext cx="1064063" cy="4256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Kick-off</a:t>
          </a:r>
          <a:endParaRPr lang="en-US" sz="800" kern="1200" dirty="0"/>
        </a:p>
      </dsp:txBody>
      <dsp:txXfrm>
        <a:off x="213476" y="410641"/>
        <a:ext cx="638438" cy="425625"/>
      </dsp:txXfrm>
    </dsp:sp>
    <dsp:sp modelId="{3CEE5714-9637-47AB-A40E-D08041C99F04}">
      <dsp:nvSpPr>
        <dsp:cNvPr id="0" name=""/>
        <dsp:cNvSpPr/>
      </dsp:nvSpPr>
      <dsp:spPr>
        <a:xfrm>
          <a:off x="958321" y="410641"/>
          <a:ext cx="1064063" cy="4256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Design</a:t>
          </a:r>
          <a:endParaRPr lang="en-US" sz="800" kern="1200" dirty="0"/>
        </a:p>
      </dsp:txBody>
      <dsp:txXfrm>
        <a:off x="1171134" y="410641"/>
        <a:ext cx="638438" cy="425625"/>
      </dsp:txXfrm>
    </dsp:sp>
    <dsp:sp modelId="{A0B9562B-1301-49BD-87F0-3AF251949994}">
      <dsp:nvSpPr>
        <dsp:cNvPr id="0" name=""/>
        <dsp:cNvSpPr/>
      </dsp:nvSpPr>
      <dsp:spPr>
        <a:xfrm>
          <a:off x="1915978" y="410641"/>
          <a:ext cx="1064063" cy="4256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Build</a:t>
          </a:r>
          <a:endParaRPr lang="en-US" sz="800" kern="1200" dirty="0"/>
        </a:p>
      </dsp:txBody>
      <dsp:txXfrm>
        <a:off x="2128791" y="410641"/>
        <a:ext cx="638438" cy="425625"/>
      </dsp:txXfrm>
    </dsp:sp>
    <dsp:sp modelId="{CBC83CA5-5A42-419B-9FC7-286741B5A1E0}">
      <dsp:nvSpPr>
        <dsp:cNvPr id="0" name=""/>
        <dsp:cNvSpPr/>
      </dsp:nvSpPr>
      <dsp:spPr>
        <a:xfrm>
          <a:off x="2873635" y="410641"/>
          <a:ext cx="1064063" cy="4256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SIT</a:t>
          </a:r>
        </a:p>
      </dsp:txBody>
      <dsp:txXfrm>
        <a:off x="3086448" y="410641"/>
        <a:ext cx="638438" cy="425625"/>
      </dsp:txXfrm>
    </dsp:sp>
    <dsp:sp modelId="{DBF26873-9D29-4759-9AA9-AA9E86D7D27C}">
      <dsp:nvSpPr>
        <dsp:cNvPr id="0" name=""/>
        <dsp:cNvSpPr/>
      </dsp:nvSpPr>
      <dsp:spPr>
        <a:xfrm>
          <a:off x="3831293" y="410641"/>
          <a:ext cx="1064063" cy="4256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UAT</a:t>
          </a:r>
        </a:p>
      </dsp:txBody>
      <dsp:txXfrm>
        <a:off x="4044106" y="410641"/>
        <a:ext cx="638438" cy="425625"/>
      </dsp:txXfrm>
    </dsp:sp>
    <dsp:sp modelId="{C575A521-B4DE-445A-A0D5-3AAA377B6D7C}">
      <dsp:nvSpPr>
        <dsp:cNvPr id="0" name=""/>
        <dsp:cNvSpPr/>
      </dsp:nvSpPr>
      <dsp:spPr>
        <a:xfrm>
          <a:off x="4788950" y="410641"/>
          <a:ext cx="1064063" cy="4256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Launch/Go-live</a:t>
          </a:r>
        </a:p>
      </dsp:txBody>
      <dsp:txXfrm>
        <a:off x="5001763" y="410641"/>
        <a:ext cx="638438" cy="425625"/>
      </dsp:txXfrm>
    </dsp:sp>
    <dsp:sp modelId="{EA0131EE-9627-48CC-9C01-160B48F9C3C4}">
      <dsp:nvSpPr>
        <dsp:cNvPr id="0" name=""/>
        <dsp:cNvSpPr/>
      </dsp:nvSpPr>
      <dsp:spPr>
        <a:xfrm>
          <a:off x="5746608" y="410641"/>
          <a:ext cx="1064063" cy="4256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Hypercare</a:t>
          </a:r>
        </a:p>
      </dsp:txBody>
      <dsp:txXfrm>
        <a:off x="5959421" y="410641"/>
        <a:ext cx="638438" cy="425625"/>
      </dsp:txXfrm>
    </dsp:sp>
    <dsp:sp modelId="{2D0DCF1E-3EFE-4C4E-9968-6EE74B381646}">
      <dsp:nvSpPr>
        <dsp:cNvPr id="0" name=""/>
        <dsp:cNvSpPr/>
      </dsp:nvSpPr>
      <dsp:spPr>
        <a:xfrm>
          <a:off x="6704265" y="410641"/>
          <a:ext cx="1064063" cy="4256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Production Support</a:t>
          </a:r>
        </a:p>
      </dsp:txBody>
      <dsp:txXfrm>
        <a:off x="6917078" y="410641"/>
        <a:ext cx="638438" cy="42562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AB1302-38E1-4E86-893A-6CB460C71611}">
      <dsp:nvSpPr>
        <dsp:cNvPr id="0" name=""/>
        <dsp:cNvSpPr/>
      </dsp:nvSpPr>
      <dsp:spPr>
        <a:xfrm>
          <a:off x="663" y="410641"/>
          <a:ext cx="1064063" cy="4256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Kick-off</a:t>
          </a:r>
          <a:endParaRPr lang="en-US" sz="800" kern="1200" dirty="0"/>
        </a:p>
      </dsp:txBody>
      <dsp:txXfrm>
        <a:off x="213476" y="410641"/>
        <a:ext cx="638438" cy="425625"/>
      </dsp:txXfrm>
    </dsp:sp>
    <dsp:sp modelId="{3CEE5714-9637-47AB-A40E-D08041C99F04}">
      <dsp:nvSpPr>
        <dsp:cNvPr id="0" name=""/>
        <dsp:cNvSpPr/>
      </dsp:nvSpPr>
      <dsp:spPr>
        <a:xfrm>
          <a:off x="958321" y="410641"/>
          <a:ext cx="1064063" cy="4256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Design</a:t>
          </a:r>
          <a:endParaRPr lang="en-US" sz="800" kern="1200" dirty="0"/>
        </a:p>
      </dsp:txBody>
      <dsp:txXfrm>
        <a:off x="1171134" y="410641"/>
        <a:ext cx="638438" cy="425625"/>
      </dsp:txXfrm>
    </dsp:sp>
    <dsp:sp modelId="{A0B9562B-1301-49BD-87F0-3AF251949994}">
      <dsp:nvSpPr>
        <dsp:cNvPr id="0" name=""/>
        <dsp:cNvSpPr/>
      </dsp:nvSpPr>
      <dsp:spPr>
        <a:xfrm>
          <a:off x="1915978" y="410641"/>
          <a:ext cx="1064063" cy="4256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Build</a:t>
          </a:r>
          <a:endParaRPr lang="en-US" sz="800" kern="1200" dirty="0"/>
        </a:p>
      </dsp:txBody>
      <dsp:txXfrm>
        <a:off x="2128791" y="410641"/>
        <a:ext cx="638438" cy="425625"/>
      </dsp:txXfrm>
    </dsp:sp>
    <dsp:sp modelId="{CBC83CA5-5A42-419B-9FC7-286741B5A1E0}">
      <dsp:nvSpPr>
        <dsp:cNvPr id="0" name=""/>
        <dsp:cNvSpPr/>
      </dsp:nvSpPr>
      <dsp:spPr>
        <a:xfrm>
          <a:off x="2873635" y="410641"/>
          <a:ext cx="1064063" cy="4256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SIT</a:t>
          </a:r>
        </a:p>
      </dsp:txBody>
      <dsp:txXfrm>
        <a:off x="3086448" y="410641"/>
        <a:ext cx="638438" cy="425625"/>
      </dsp:txXfrm>
    </dsp:sp>
    <dsp:sp modelId="{DBF26873-9D29-4759-9AA9-AA9E86D7D27C}">
      <dsp:nvSpPr>
        <dsp:cNvPr id="0" name=""/>
        <dsp:cNvSpPr/>
      </dsp:nvSpPr>
      <dsp:spPr>
        <a:xfrm>
          <a:off x="3831293" y="410641"/>
          <a:ext cx="1064063" cy="4256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UAT</a:t>
          </a:r>
        </a:p>
      </dsp:txBody>
      <dsp:txXfrm>
        <a:off x="4044106" y="410641"/>
        <a:ext cx="638438" cy="425625"/>
      </dsp:txXfrm>
    </dsp:sp>
    <dsp:sp modelId="{C575A521-B4DE-445A-A0D5-3AAA377B6D7C}">
      <dsp:nvSpPr>
        <dsp:cNvPr id="0" name=""/>
        <dsp:cNvSpPr/>
      </dsp:nvSpPr>
      <dsp:spPr>
        <a:xfrm>
          <a:off x="4788950" y="410641"/>
          <a:ext cx="1064063" cy="4256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Launch/Go-live</a:t>
          </a:r>
        </a:p>
      </dsp:txBody>
      <dsp:txXfrm>
        <a:off x="5001763" y="410641"/>
        <a:ext cx="638438" cy="425625"/>
      </dsp:txXfrm>
    </dsp:sp>
    <dsp:sp modelId="{EA0131EE-9627-48CC-9C01-160B48F9C3C4}">
      <dsp:nvSpPr>
        <dsp:cNvPr id="0" name=""/>
        <dsp:cNvSpPr/>
      </dsp:nvSpPr>
      <dsp:spPr>
        <a:xfrm>
          <a:off x="5746608" y="410641"/>
          <a:ext cx="1064063" cy="4256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Hypercare</a:t>
          </a:r>
        </a:p>
      </dsp:txBody>
      <dsp:txXfrm>
        <a:off x="5959421" y="410641"/>
        <a:ext cx="638438" cy="425625"/>
      </dsp:txXfrm>
    </dsp:sp>
    <dsp:sp modelId="{2D0DCF1E-3EFE-4C4E-9968-6EE74B381646}">
      <dsp:nvSpPr>
        <dsp:cNvPr id="0" name=""/>
        <dsp:cNvSpPr/>
      </dsp:nvSpPr>
      <dsp:spPr>
        <a:xfrm>
          <a:off x="6704265" y="410641"/>
          <a:ext cx="1064063" cy="4256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Production Support</a:t>
          </a:r>
        </a:p>
      </dsp:txBody>
      <dsp:txXfrm>
        <a:off x="6917078" y="410641"/>
        <a:ext cx="638438" cy="42562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AB1302-38E1-4E86-893A-6CB460C71611}">
      <dsp:nvSpPr>
        <dsp:cNvPr id="0" name=""/>
        <dsp:cNvSpPr/>
      </dsp:nvSpPr>
      <dsp:spPr>
        <a:xfrm>
          <a:off x="663" y="410641"/>
          <a:ext cx="1064063" cy="4256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Kick-off</a:t>
          </a:r>
          <a:endParaRPr lang="en-US" sz="800" kern="1200" dirty="0"/>
        </a:p>
      </dsp:txBody>
      <dsp:txXfrm>
        <a:off x="213476" y="410641"/>
        <a:ext cx="638438" cy="425625"/>
      </dsp:txXfrm>
    </dsp:sp>
    <dsp:sp modelId="{3CEE5714-9637-47AB-A40E-D08041C99F04}">
      <dsp:nvSpPr>
        <dsp:cNvPr id="0" name=""/>
        <dsp:cNvSpPr/>
      </dsp:nvSpPr>
      <dsp:spPr>
        <a:xfrm>
          <a:off x="958321" y="410641"/>
          <a:ext cx="1064063" cy="4256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Design</a:t>
          </a:r>
          <a:endParaRPr lang="en-US" sz="800" kern="1200" dirty="0"/>
        </a:p>
      </dsp:txBody>
      <dsp:txXfrm>
        <a:off x="1171134" y="410641"/>
        <a:ext cx="638438" cy="425625"/>
      </dsp:txXfrm>
    </dsp:sp>
    <dsp:sp modelId="{A0B9562B-1301-49BD-87F0-3AF251949994}">
      <dsp:nvSpPr>
        <dsp:cNvPr id="0" name=""/>
        <dsp:cNvSpPr/>
      </dsp:nvSpPr>
      <dsp:spPr>
        <a:xfrm>
          <a:off x="1915978" y="410641"/>
          <a:ext cx="1064063" cy="4256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Build</a:t>
          </a:r>
          <a:endParaRPr lang="en-US" sz="800" kern="1200" dirty="0"/>
        </a:p>
      </dsp:txBody>
      <dsp:txXfrm>
        <a:off x="2128791" y="410641"/>
        <a:ext cx="638438" cy="425625"/>
      </dsp:txXfrm>
    </dsp:sp>
    <dsp:sp modelId="{CBC83CA5-5A42-419B-9FC7-286741B5A1E0}">
      <dsp:nvSpPr>
        <dsp:cNvPr id="0" name=""/>
        <dsp:cNvSpPr/>
      </dsp:nvSpPr>
      <dsp:spPr>
        <a:xfrm>
          <a:off x="2873635" y="410641"/>
          <a:ext cx="1064063" cy="4256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SIT</a:t>
          </a:r>
        </a:p>
      </dsp:txBody>
      <dsp:txXfrm>
        <a:off x="3086448" y="410641"/>
        <a:ext cx="638438" cy="425625"/>
      </dsp:txXfrm>
    </dsp:sp>
    <dsp:sp modelId="{DBF26873-9D29-4759-9AA9-AA9E86D7D27C}">
      <dsp:nvSpPr>
        <dsp:cNvPr id="0" name=""/>
        <dsp:cNvSpPr/>
      </dsp:nvSpPr>
      <dsp:spPr>
        <a:xfrm>
          <a:off x="3831293" y="410641"/>
          <a:ext cx="1064063" cy="4256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UAT</a:t>
          </a:r>
        </a:p>
      </dsp:txBody>
      <dsp:txXfrm>
        <a:off x="4044106" y="410641"/>
        <a:ext cx="638438" cy="425625"/>
      </dsp:txXfrm>
    </dsp:sp>
    <dsp:sp modelId="{C575A521-B4DE-445A-A0D5-3AAA377B6D7C}">
      <dsp:nvSpPr>
        <dsp:cNvPr id="0" name=""/>
        <dsp:cNvSpPr/>
      </dsp:nvSpPr>
      <dsp:spPr>
        <a:xfrm>
          <a:off x="4788950" y="410641"/>
          <a:ext cx="1064063" cy="4256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Launch/Go-live</a:t>
          </a:r>
        </a:p>
      </dsp:txBody>
      <dsp:txXfrm>
        <a:off x="5001763" y="410641"/>
        <a:ext cx="638438" cy="425625"/>
      </dsp:txXfrm>
    </dsp:sp>
    <dsp:sp modelId="{EA0131EE-9627-48CC-9C01-160B48F9C3C4}">
      <dsp:nvSpPr>
        <dsp:cNvPr id="0" name=""/>
        <dsp:cNvSpPr/>
      </dsp:nvSpPr>
      <dsp:spPr>
        <a:xfrm>
          <a:off x="5746608" y="410641"/>
          <a:ext cx="1064063" cy="4256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Hypercare</a:t>
          </a:r>
        </a:p>
      </dsp:txBody>
      <dsp:txXfrm>
        <a:off x="5959421" y="410641"/>
        <a:ext cx="638438" cy="425625"/>
      </dsp:txXfrm>
    </dsp:sp>
    <dsp:sp modelId="{2D0DCF1E-3EFE-4C4E-9968-6EE74B381646}">
      <dsp:nvSpPr>
        <dsp:cNvPr id="0" name=""/>
        <dsp:cNvSpPr/>
      </dsp:nvSpPr>
      <dsp:spPr>
        <a:xfrm>
          <a:off x="6704265" y="410641"/>
          <a:ext cx="1064063" cy="4256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Production Support</a:t>
          </a:r>
        </a:p>
      </dsp:txBody>
      <dsp:txXfrm>
        <a:off x="6917078" y="410641"/>
        <a:ext cx="638438" cy="42562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AB1302-38E1-4E86-893A-6CB460C71611}">
      <dsp:nvSpPr>
        <dsp:cNvPr id="0" name=""/>
        <dsp:cNvSpPr/>
      </dsp:nvSpPr>
      <dsp:spPr>
        <a:xfrm>
          <a:off x="663" y="410641"/>
          <a:ext cx="1064063" cy="4256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Kick-off</a:t>
          </a:r>
          <a:endParaRPr lang="en-US" sz="800" kern="1200" dirty="0"/>
        </a:p>
      </dsp:txBody>
      <dsp:txXfrm>
        <a:off x="213476" y="410641"/>
        <a:ext cx="638438" cy="425625"/>
      </dsp:txXfrm>
    </dsp:sp>
    <dsp:sp modelId="{3CEE5714-9637-47AB-A40E-D08041C99F04}">
      <dsp:nvSpPr>
        <dsp:cNvPr id="0" name=""/>
        <dsp:cNvSpPr/>
      </dsp:nvSpPr>
      <dsp:spPr>
        <a:xfrm>
          <a:off x="958321" y="410641"/>
          <a:ext cx="1064063" cy="4256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Design</a:t>
          </a:r>
          <a:endParaRPr lang="en-US" sz="800" kern="1200" dirty="0"/>
        </a:p>
      </dsp:txBody>
      <dsp:txXfrm>
        <a:off x="1171134" y="410641"/>
        <a:ext cx="638438" cy="425625"/>
      </dsp:txXfrm>
    </dsp:sp>
    <dsp:sp modelId="{A0B9562B-1301-49BD-87F0-3AF251949994}">
      <dsp:nvSpPr>
        <dsp:cNvPr id="0" name=""/>
        <dsp:cNvSpPr/>
      </dsp:nvSpPr>
      <dsp:spPr>
        <a:xfrm>
          <a:off x="1915978" y="410641"/>
          <a:ext cx="1064063" cy="4256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Build</a:t>
          </a:r>
          <a:endParaRPr lang="en-US" sz="800" kern="1200" dirty="0"/>
        </a:p>
      </dsp:txBody>
      <dsp:txXfrm>
        <a:off x="2128791" y="410641"/>
        <a:ext cx="638438" cy="425625"/>
      </dsp:txXfrm>
    </dsp:sp>
    <dsp:sp modelId="{CBC83CA5-5A42-419B-9FC7-286741B5A1E0}">
      <dsp:nvSpPr>
        <dsp:cNvPr id="0" name=""/>
        <dsp:cNvSpPr/>
      </dsp:nvSpPr>
      <dsp:spPr>
        <a:xfrm>
          <a:off x="2873635" y="410641"/>
          <a:ext cx="1064063" cy="4256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SIT</a:t>
          </a:r>
        </a:p>
      </dsp:txBody>
      <dsp:txXfrm>
        <a:off x="3086448" y="410641"/>
        <a:ext cx="638438" cy="425625"/>
      </dsp:txXfrm>
    </dsp:sp>
    <dsp:sp modelId="{DBF26873-9D29-4759-9AA9-AA9E86D7D27C}">
      <dsp:nvSpPr>
        <dsp:cNvPr id="0" name=""/>
        <dsp:cNvSpPr/>
      </dsp:nvSpPr>
      <dsp:spPr>
        <a:xfrm>
          <a:off x="3831293" y="410641"/>
          <a:ext cx="1064063" cy="4256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UAT</a:t>
          </a:r>
        </a:p>
      </dsp:txBody>
      <dsp:txXfrm>
        <a:off x="4044106" y="410641"/>
        <a:ext cx="638438" cy="425625"/>
      </dsp:txXfrm>
    </dsp:sp>
    <dsp:sp modelId="{C575A521-B4DE-445A-A0D5-3AAA377B6D7C}">
      <dsp:nvSpPr>
        <dsp:cNvPr id="0" name=""/>
        <dsp:cNvSpPr/>
      </dsp:nvSpPr>
      <dsp:spPr>
        <a:xfrm>
          <a:off x="4788950" y="410641"/>
          <a:ext cx="1064063" cy="4256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Launch/Go-live</a:t>
          </a:r>
        </a:p>
      </dsp:txBody>
      <dsp:txXfrm>
        <a:off x="5001763" y="410641"/>
        <a:ext cx="638438" cy="425625"/>
      </dsp:txXfrm>
    </dsp:sp>
    <dsp:sp modelId="{EA0131EE-9627-48CC-9C01-160B48F9C3C4}">
      <dsp:nvSpPr>
        <dsp:cNvPr id="0" name=""/>
        <dsp:cNvSpPr/>
      </dsp:nvSpPr>
      <dsp:spPr>
        <a:xfrm>
          <a:off x="5746608" y="410641"/>
          <a:ext cx="1064063" cy="4256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Hypercare</a:t>
          </a:r>
        </a:p>
      </dsp:txBody>
      <dsp:txXfrm>
        <a:off x="5959421" y="410641"/>
        <a:ext cx="638438" cy="425625"/>
      </dsp:txXfrm>
    </dsp:sp>
    <dsp:sp modelId="{2D0DCF1E-3EFE-4C4E-9968-6EE74B381646}">
      <dsp:nvSpPr>
        <dsp:cNvPr id="0" name=""/>
        <dsp:cNvSpPr/>
      </dsp:nvSpPr>
      <dsp:spPr>
        <a:xfrm>
          <a:off x="6704265" y="410641"/>
          <a:ext cx="1064063" cy="4256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Production Support</a:t>
          </a:r>
        </a:p>
      </dsp:txBody>
      <dsp:txXfrm>
        <a:off x="6917078" y="410641"/>
        <a:ext cx="638438" cy="4256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6FA468-2484-444C-BCE2-9149C34D39A8}" type="datetimeFigureOut">
              <a:rPr lang="en-US" smtClean="0"/>
              <a:pPr/>
              <a:t>6/29/2013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AA3FB-EB74-474E-AAE9-8D7CB7B0DF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160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1" dirty="0" smtClean="0"/>
              <a:t>ITD projects </a:t>
            </a:r>
            <a:r>
              <a:rPr lang="en-US" sz="1200" dirty="0" smtClean="0"/>
              <a:t>– containing large area of new functionality / website which are introduced under ITD umbrella</a:t>
            </a:r>
            <a:r>
              <a:rPr lang="pl-PL" sz="1200" dirty="0" smtClean="0"/>
              <a:t> (major changes &amp; launches of new sites)</a:t>
            </a:r>
            <a:endParaRPr lang="en-US" sz="1200" dirty="0" smtClean="0"/>
          </a:p>
          <a:p>
            <a:r>
              <a:rPr lang="en-US" sz="1200" b="1" dirty="0" smtClean="0"/>
              <a:t>M&amp;</a:t>
            </a:r>
            <a:r>
              <a:rPr lang="pl-PL" sz="1200" b="1" dirty="0" smtClean="0"/>
              <a:t>O</a:t>
            </a:r>
            <a:r>
              <a:rPr lang="en-US" sz="1200" b="1" dirty="0" smtClean="0"/>
              <a:t> changes </a:t>
            </a:r>
            <a:r>
              <a:rPr lang="en-US" sz="1200" dirty="0" smtClean="0"/>
              <a:t>– led by ITO, containing enhancements and fixes to existed websites</a:t>
            </a:r>
          </a:p>
          <a:p>
            <a:r>
              <a:rPr lang="en-US" sz="1200" b="1" dirty="0" smtClean="0"/>
              <a:t>Emergency </a:t>
            </a:r>
            <a:r>
              <a:rPr lang="pl-PL" sz="1200" b="1" dirty="0" smtClean="0"/>
              <a:t>fixes </a:t>
            </a:r>
            <a:r>
              <a:rPr lang="en-US" sz="1200" dirty="0" smtClean="0"/>
              <a:t>– containing the corrections to a small number of Known errors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AA3FB-EB74-474E-AAE9-8D7CB7B0DF1F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AA3FB-EB74-474E-AAE9-8D7CB7B0DF1F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AA3FB-EB74-474E-AAE9-8D7CB7B0DF1F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AA3FB-EB74-474E-AAE9-8D7CB7B0DF1F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AA3FB-EB74-474E-AAE9-8D7CB7B0DF1F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AA3FB-EB74-474E-AAE9-8D7CB7B0DF1F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AA3FB-EB74-474E-AAE9-8D7CB7B0DF1F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AA3FB-EB74-474E-AAE9-8D7CB7B0DF1F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AA3FB-EB74-474E-AAE9-8D7CB7B0DF1F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 2999_P&amp;G_GBS_brand_refresh_PPT_C-1-01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86566" y="1721468"/>
            <a:ext cx="6857434" cy="5143076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6651715" y="3127248"/>
            <a:ext cx="1527098" cy="1527048"/>
          </a:xfrm>
          <a:prstGeom prst="ellipse">
            <a:avLst/>
          </a:prstGeom>
          <a:gradFill>
            <a:gsLst>
              <a:gs pos="0">
                <a:srgbClr val="0099FF"/>
              </a:gs>
              <a:gs pos="100000">
                <a:srgbClr val="0099FF">
                  <a:alpha val="0"/>
                </a:srgbClr>
              </a:gs>
            </a:gsLst>
            <a:lin ang="342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(Body)"/>
              <a:cs typeface="Calibri (Body)"/>
            </a:endParaRPr>
          </a:p>
        </p:txBody>
      </p:sp>
      <p:sp>
        <p:nvSpPr>
          <p:cNvPr id="6" name="Oval 5"/>
          <p:cNvSpPr/>
          <p:nvPr/>
        </p:nvSpPr>
        <p:spPr>
          <a:xfrm>
            <a:off x="6562929" y="4417773"/>
            <a:ext cx="781714" cy="786384"/>
          </a:xfrm>
          <a:prstGeom prst="ellipse">
            <a:avLst/>
          </a:prstGeom>
          <a:gradFill>
            <a:gsLst>
              <a:gs pos="0">
                <a:srgbClr val="7F7F7F"/>
              </a:gs>
              <a:gs pos="100000">
                <a:srgbClr val="7F7F7F">
                  <a:alpha val="0"/>
                </a:srgbClr>
              </a:gs>
            </a:gsLst>
            <a:lin ang="726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(Body)"/>
              <a:cs typeface="Calibri (Body)"/>
            </a:endParaRPr>
          </a:p>
        </p:txBody>
      </p:sp>
      <p:pic>
        <p:nvPicPr>
          <p:cNvPr id="7" name="P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95914" y="6331301"/>
            <a:ext cx="594309" cy="302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9710" y="2130425"/>
            <a:ext cx="7086600" cy="1470025"/>
          </a:xfrm>
        </p:spPr>
        <p:txBody>
          <a:bodyPr anchor="t">
            <a:normAutofit/>
          </a:bodyPr>
          <a:lstStyle>
            <a:lvl1pPr>
              <a:defRPr sz="36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9710" y="3600450"/>
            <a:ext cx="6400800" cy="1752600"/>
          </a:xfrm>
        </p:spPr>
        <p:txBody>
          <a:bodyPr>
            <a:normAutofit/>
          </a:bodyPr>
          <a:lstStyle>
            <a:lvl1pPr marL="0" indent="-457200" algn="l">
              <a:lnSpc>
                <a:spcPts val="3000"/>
              </a:lnSpc>
              <a:buNone/>
              <a:defRPr sz="2800" baseline="0">
                <a:solidFill>
                  <a:srgbClr val="0099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8" name="Picture 7" descr=" 2999_P&amp;G_GBS_brand_refresh_PPT_C-1-01.png"/>
          <p:cNvPicPr>
            <a:picLocks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286566" y="1721468"/>
            <a:ext cx="6857434" cy="5143076"/>
          </a:xfrm>
          <a:prstGeom prst="rect">
            <a:avLst/>
          </a:prstGeom>
        </p:spPr>
      </p:pic>
      <p:sp>
        <p:nvSpPr>
          <p:cNvPr id="9" name="Oval 8"/>
          <p:cNvSpPr/>
          <p:nvPr userDrawn="1"/>
        </p:nvSpPr>
        <p:spPr>
          <a:xfrm>
            <a:off x="6651715" y="3127248"/>
            <a:ext cx="1527098" cy="1527048"/>
          </a:xfrm>
          <a:prstGeom prst="ellipse">
            <a:avLst/>
          </a:prstGeom>
          <a:gradFill>
            <a:gsLst>
              <a:gs pos="0">
                <a:srgbClr val="0099FF"/>
              </a:gs>
              <a:gs pos="100000">
                <a:srgbClr val="0099FF">
                  <a:alpha val="0"/>
                </a:srgbClr>
              </a:gs>
            </a:gsLst>
            <a:lin ang="342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(Body)"/>
              <a:cs typeface="Calibri (Body)"/>
            </a:endParaRPr>
          </a:p>
        </p:txBody>
      </p:sp>
      <p:sp>
        <p:nvSpPr>
          <p:cNvPr id="10" name="Oval 9"/>
          <p:cNvSpPr/>
          <p:nvPr userDrawn="1"/>
        </p:nvSpPr>
        <p:spPr>
          <a:xfrm>
            <a:off x="6562929" y="4417773"/>
            <a:ext cx="781714" cy="786384"/>
          </a:xfrm>
          <a:prstGeom prst="ellipse">
            <a:avLst/>
          </a:prstGeom>
          <a:gradFill>
            <a:gsLst>
              <a:gs pos="0">
                <a:srgbClr val="7F7F7F"/>
              </a:gs>
              <a:gs pos="100000">
                <a:srgbClr val="7F7F7F">
                  <a:alpha val="0"/>
                </a:srgbClr>
              </a:gs>
            </a:gsLst>
            <a:lin ang="726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(Body)"/>
              <a:cs typeface="Calibri (Body)"/>
            </a:endParaRPr>
          </a:p>
        </p:txBody>
      </p:sp>
      <p:pic>
        <p:nvPicPr>
          <p:cNvPr id="11" name="P 1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95914" y="6331301"/>
            <a:ext cx="594309" cy="302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rgbClr val="009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lueback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717358"/>
            <a:ext cx="9144000" cy="5140642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562929" y="4417773"/>
            <a:ext cx="781714" cy="786384"/>
          </a:xfrm>
          <a:prstGeom prst="ellipse">
            <a:avLst/>
          </a:prstGeom>
          <a:gradFill>
            <a:gsLst>
              <a:gs pos="0">
                <a:srgbClr val="7F7F7F"/>
              </a:gs>
              <a:gs pos="100000">
                <a:srgbClr val="7F7F7F">
                  <a:alpha val="0"/>
                </a:srgbClr>
              </a:gs>
            </a:gsLst>
            <a:lin ang="726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(Body)"/>
              <a:cs typeface="Calibri (Body)"/>
            </a:endParaRPr>
          </a:p>
        </p:txBody>
      </p:sp>
      <p:sp>
        <p:nvSpPr>
          <p:cNvPr id="7" name="Oval 6"/>
          <p:cNvSpPr/>
          <p:nvPr/>
        </p:nvSpPr>
        <p:spPr>
          <a:xfrm>
            <a:off x="6651715" y="3123220"/>
            <a:ext cx="1527098" cy="1527048"/>
          </a:xfrm>
          <a:prstGeom prst="ellipse">
            <a:avLst/>
          </a:prstGeom>
          <a:gradFill>
            <a:gsLst>
              <a:gs pos="0">
                <a:srgbClr val="CCCCCC"/>
              </a:gs>
              <a:gs pos="100000">
                <a:srgbClr val="CCCCCC">
                  <a:alpha val="0"/>
                </a:srgbClr>
              </a:gs>
            </a:gsLst>
            <a:lin ang="342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(Body)"/>
              <a:cs typeface="Calibri (Body)"/>
            </a:endParaRPr>
          </a:p>
        </p:txBody>
      </p:sp>
      <p:pic>
        <p:nvPicPr>
          <p:cNvPr id="9" name="Picture 8" descr="gbs logo reverse large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97459" y="6327648"/>
            <a:ext cx="594360" cy="291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9710" y="2130425"/>
            <a:ext cx="7086600" cy="147002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9710" y="3600450"/>
            <a:ext cx="6400800" cy="1752600"/>
          </a:xfrm>
        </p:spPr>
        <p:txBody>
          <a:bodyPr>
            <a:normAutofit/>
          </a:bodyPr>
          <a:lstStyle>
            <a:lvl1pPr marL="0" indent="-457200" algn="l">
              <a:lnSpc>
                <a:spcPts val="3000"/>
              </a:lnSpc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10" name="Picture 9" descr="blueback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717358"/>
            <a:ext cx="9144000" cy="5140642"/>
          </a:xfrm>
          <a:prstGeom prst="rect">
            <a:avLst/>
          </a:prstGeom>
        </p:spPr>
      </p:pic>
      <p:sp>
        <p:nvSpPr>
          <p:cNvPr id="11" name="Oval 10"/>
          <p:cNvSpPr/>
          <p:nvPr userDrawn="1"/>
        </p:nvSpPr>
        <p:spPr>
          <a:xfrm>
            <a:off x="6562929" y="4417773"/>
            <a:ext cx="781714" cy="786384"/>
          </a:xfrm>
          <a:prstGeom prst="ellipse">
            <a:avLst/>
          </a:prstGeom>
          <a:gradFill>
            <a:gsLst>
              <a:gs pos="0">
                <a:srgbClr val="7F7F7F"/>
              </a:gs>
              <a:gs pos="100000">
                <a:srgbClr val="7F7F7F">
                  <a:alpha val="0"/>
                </a:srgbClr>
              </a:gs>
            </a:gsLst>
            <a:lin ang="726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(Body)"/>
              <a:cs typeface="Calibri (Body)"/>
            </a:endParaRPr>
          </a:p>
        </p:txBody>
      </p:sp>
      <p:sp>
        <p:nvSpPr>
          <p:cNvPr id="12" name="Oval 11"/>
          <p:cNvSpPr/>
          <p:nvPr userDrawn="1"/>
        </p:nvSpPr>
        <p:spPr>
          <a:xfrm>
            <a:off x="6651715" y="3123220"/>
            <a:ext cx="1527098" cy="1527048"/>
          </a:xfrm>
          <a:prstGeom prst="ellipse">
            <a:avLst/>
          </a:prstGeom>
          <a:gradFill>
            <a:gsLst>
              <a:gs pos="0">
                <a:srgbClr val="CCCCCC"/>
              </a:gs>
              <a:gs pos="100000">
                <a:srgbClr val="CCCCCC">
                  <a:alpha val="0"/>
                </a:srgbClr>
              </a:gs>
            </a:gsLst>
            <a:lin ang="342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(Body)"/>
              <a:cs typeface="Calibri (Body)"/>
            </a:endParaRPr>
          </a:p>
        </p:txBody>
      </p:sp>
      <p:pic>
        <p:nvPicPr>
          <p:cNvPr id="13" name="Picture 12" descr="gbs logo reverse large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97459" y="6327648"/>
            <a:ext cx="594360" cy="291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 2999_P&amp;G_GBS_brand_refresh_PPT_C-1-0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" y="228"/>
            <a:ext cx="9143391" cy="68575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612" y="304963"/>
            <a:ext cx="8297457" cy="7867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599" y="1224028"/>
            <a:ext cx="8297457" cy="498082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6" name="P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95914" y="6331301"/>
            <a:ext cx="594309" cy="302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 1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95914" y="6331301"/>
            <a:ext cx="594309" cy="302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 2999_P&amp;G_GBS_brand_refresh_PPT_C-1-03.png"/>
          <p:cNvPicPr>
            <a:picLocks noChangeAspect="1"/>
          </p:cNvPicPr>
          <p:nvPr/>
        </p:nvPicPr>
        <p:blipFill>
          <a:blip r:embed="rId2" cstate="print"/>
          <a:srcRect l="64498" t="54263"/>
          <a:stretch>
            <a:fillRect/>
          </a:stretch>
        </p:blipFill>
        <p:spPr>
          <a:xfrm flipH="1">
            <a:off x="303" y="4999193"/>
            <a:ext cx="1931134" cy="1865893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649224" y="301752"/>
            <a:ext cx="8293608" cy="7863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49224" y="1225295"/>
            <a:ext cx="8293608" cy="49834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6" name="P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95914" y="6331301"/>
            <a:ext cx="594309" cy="302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 1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95914" y="6331301"/>
            <a:ext cx="594309" cy="302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Custom Layout">
    <p:bg>
      <p:bgPr>
        <a:solidFill>
          <a:srgbClr val="009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back2.jpg"/>
          <p:cNvPicPr>
            <a:picLocks noChangeAspect="1"/>
          </p:cNvPicPr>
          <p:nvPr/>
        </p:nvPicPr>
        <p:blipFill>
          <a:blip r:embed="rId2" cstate="print"/>
          <a:srcRect l="73907" t="54731"/>
          <a:stretch>
            <a:fillRect/>
          </a:stretch>
        </p:blipFill>
        <p:spPr>
          <a:xfrm flipH="1">
            <a:off x="0" y="5010539"/>
            <a:ext cx="1894114" cy="1847461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649224" y="301752"/>
            <a:ext cx="8293608" cy="786384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49224" y="1225296"/>
            <a:ext cx="8293608" cy="49834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6" name="Picture 5" descr="gbs logo reverse large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97459" y="6327648"/>
            <a:ext cx="594360" cy="291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 descr="blueback2.jpg"/>
          <p:cNvPicPr>
            <a:picLocks noChangeAspect="1"/>
          </p:cNvPicPr>
          <p:nvPr userDrawn="1"/>
        </p:nvPicPr>
        <p:blipFill>
          <a:blip r:embed="rId2" cstate="print"/>
          <a:srcRect l="73907" t="54731"/>
          <a:stretch>
            <a:fillRect/>
          </a:stretch>
        </p:blipFill>
        <p:spPr>
          <a:xfrm flipH="1">
            <a:off x="0" y="5010539"/>
            <a:ext cx="1894114" cy="1847461"/>
          </a:xfrm>
          <a:prstGeom prst="rect">
            <a:avLst/>
          </a:prstGeom>
        </p:spPr>
      </p:pic>
      <p:pic>
        <p:nvPicPr>
          <p:cNvPr id="8" name="Picture 7" descr="gbs logo reverse large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97459" y="6327648"/>
            <a:ext cx="594360" cy="291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Custom Layout">
    <p:bg>
      <p:bgPr>
        <a:solidFill>
          <a:srgbClr val="009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BS_brand_PPT-08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" y="228"/>
            <a:ext cx="9143391" cy="6857543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649224" y="301752"/>
            <a:ext cx="8293608" cy="786384"/>
          </a:xfrm>
        </p:spPr>
        <p:txBody>
          <a:bodyPr>
            <a:normAutofit/>
          </a:bodyPr>
          <a:lstStyle>
            <a:lvl1pPr>
              <a:defRPr lang="en-US" sz="3600" b="0" i="0" kern="1200" spc="70" baseline="0" dirty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49224" y="1225296"/>
            <a:ext cx="8293608" cy="49834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9" name="Picture 8" descr="gbs logo reverse large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97459" y="6327648"/>
            <a:ext cx="594360" cy="291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 descr="GBS_brand_PPT-08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04" y="228"/>
            <a:ext cx="9143391" cy="6857543"/>
          </a:xfrm>
          <a:prstGeom prst="rect">
            <a:avLst/>
          </a:prstGeom>
        </p:spPr>
      </p:pic>
      <p:pic>
        <p:nvPicPr>
          <p:cNvPr id="10" name="Picture 9" descr="gbs logo reverse large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97459" y="6327648"/>
            <a:ext cx="594360" cy="291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ustom Layout">
    <p:bg>
      <p:bgPr>
        <a:solidFill>
          <a:srgbClr val="009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GBS_brand_PPT-09.png"/>
          <p:cNvPicPr>
            <a:picLocks noChangeAspect="1"/>
          </p:cNvPicPr>
          <p:nvPr/>
        </p:nvPicPr>
        <p:blipFill>
          <a:blip r:embed="rId2" cstate="print"/>
          <a:srcRect l="75118" b="72870"/>
          <a:stretch>
            <a:fillRect/>
          </a:stretch>
        </p:blipFill>
        <p:spPr>
          <a:xfrm flipV="1">
            <a:off x="6868633" y="228"/>
            <a:ext cx="2275062" cy="1860470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49224" y="1225296"/>
            <a:ext cx="8293608" cy="49834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49224" y="301752"/>
            <a:ext cx="8293608" cy="786384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9" name="Picture 8" descr="gbs logo reverse large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97459" y="6327648"/>
            <a:ext cx="594360" cy="291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" descr="GBS_brand_PPT-09.png"/>
          <p:cNvPicPr>
            <a:picLocks noChangeAspect="1"/>
          </p:cNvPicPr>
          <p:nvPr userDrawn="1"/>
        </p:nvPicPr>
        <p:blipFill>
          <a:blip r:embed="rId2" cstate="print"/>
          <a:srcRect l="75118" b="72870"/>
          <a:stretch>
            <a:fillRect/>
          </a:stretch>
        </p:blipFill>
        <p:spPr>
          <a:xfrm flipV="1">
            <a:off x="6868633" y="228"/>
            <a:ext cx="2275062" cy="1860470"/>
          </a:xfrm>
          <a:prstGeom prst="rect">
            <a:avLst/>
          </a:prstGeom>
        </p:spPr>
      </p:pic>
      <p:pic>
        <p:nvPicPr>
          <p:cNvPr id="11" name="Picture 10" descr="gbs logo reverse large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97459" y="6327648"/>
            <a:ext cx="594360" cy="291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Custom Layout">
    <p:bg>
      <p:bgPr>
        <a:solidFill>
          <a:srgbClr val="009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GBS_brand_PPT-10.png"/>
          <p:cNvPicPr>
            <a:picLocks noChangeAspect="1"/>
          </p:cNvPicPr>
          <p:nvPr userDrawn="1"/>
        </p:nvPicPr>
        <p:blipFill>
          <a:blip r:embed="rId2" cstate="print"/>
          <a:srcRect r="84983" b="84755"/>
          <a:stretch>
            <a:fillRect/>
          </a:stretch>
        </p:blipFill>
        <p:spPr>
          <a:xfrm rot="16200000" flipV="1">
            <a:off x="-163817" y="163816"/>
            <a:ext cx="1373068" cy="1045436"/>
          </a:xfrm>
          <a:prstGeom prst="rect">
            <a:avLst/>
          </a:prstGeom>
        </p:spPr>
      </p:pic>
      <p:pic>
        <p:nvPicPr>
          <p:cNvPr id="7" name="Picture 6" descr="GBS_brand_PPT-10.png"/>
          <p:cNvPicPr>
            <a:picLocks noChangeAspect="1"/>
          </p:cNvPicPr>
          <p:nvPr/>
        </p:nvPicPr>
        <p:blipFill>
          <a:blip r:embed="rId2" cstate="print"/>
          <a:srcRect l="77534" t="78049" r="3276"/>
          <a:stretch>
            <a:fillRect/>
          </a:stretch>
        </p:blipFill>
        <p:spPr>
          <a:xfrm rot="5400000">
            <a:off x="7514096" y="5228098"/>
            <a:ext cx="1754554" cy="1505253"/>
          </a:xfrm>
          <a:prstGeom prst="rect">
            <a:avLst/>
          </a:prstGeom>
        </p:spPr>
      </p:pic>
      <p:pic>
        <p:nvPicPr>
          <p:cNvPr id="6" name="Picture 5" descr="GBS_brand_PPT-10.png"/>
          <p:cNvPicPr>
            <a:picLocks noChangeAspect="1"/>
          </p:cNvPicPr>
          <p:nvPr/>
        </p:nvPicPr>
        <p:blipFill>
          <a:blip r:embed="rId2" cstate="print"/>
          <a:srcRect r="84983" b="84755"/>
          <a:stretch>
            <a:fillRect/>
          </a:stretch>
        </p:blipFill>
        <p:spPr>
          <a:xfrm rot="16200000" flipV="1">
            <a:off x="-163817" y="163816"/>
            <a:ext cx="1373068" cy="1045436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49224" y="1225296"/>
            <a:ext cx="8293608" cy="49834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649224" y="301752"/>
            <a:ext cx="8293608" cy="786384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10" name="Picture 9" descr="gbs logo reverse large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5445" y="6327648"/>
            <a:ext cx="594360" cy="291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 descr="GBS_brand_PPT-10.png"/>
          <p:cNvPicPr>
            <a:picLocks noChangeAspect="1"/>
          </p:cNvPicPr>
          <p:nvPr userDrawn="1"/>
        </p:nvPicPr>
        <p:blipFill>
          <a:blip r:embed="rId2" cstate="print"/>
          <a:srcRect l="77534" t="78049" r="3276"/>
          <a:stretch>
            <a:fillRect/>
          </a:stretch>
        </p:blipFill>
        <p:spPr>
          <a:xfrm rot="5400000">
            <a:off x="7514096" y="5228098"/>
            <a:ext cx="1754554" cy="1505253"/>
          </a:xfrm>
          <a:prstGeom prst="rect">
            <a:avLst/>
          </a:prstGeom>
        </p:spPr>
      </p:pic>
      <p:pic>
        <p:nvPicPr>
          <p:cNvPr id="13" name="Picture 12" descr="gbs logo reverse large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5445" y="6327648"/>
            <a:ext cx="594360" cy="291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Custom Layout">
    <p:bg>
      <p:bgPr>
        <a:solidFill>
          <a:srgbClr val="009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GBS_brand_PPT-1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" y="228"/>
            <a:ext cx="9143391" cy="6857543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649224" y="1225296"/>
            <a:ext cx="8293608" cy="49834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49224" y="301752"/>
            <a:ext cx="8293608" cy="786384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9" name="Picture 8" descr="gbs logo reverse large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97459" y="6327648"/>
            <a:ext cx="594360" cy="291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" descr="GBS_brand_PPT-11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04" y="228"/>
            <a:ext cx="9143391" cy="6857543"/>
          </a:xfrm>
          <a:prstGeom prst="rect">
            <a:avLst/>
          </a:prstGeom>
        </p:spPr>
      </p:pic>
      <p:pic>
        <p:nvPicPr>
          <p:cNvPr id="11" name="Picture 10" descr="gbs logo reverse large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97459" y="6327648"/>
            <a:ext cx="594360" cy="291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 2999_P&amp;G_GBS_brand_refresh_PPT_C-1-05.png"/>
          <p:cNvPicPr>
            <a:picLocks noChangeAspect="1"/>
          </p:cNvPicPr>
          <p:nvPr userDrawn="1"/>
        </p:nvPicPr>
        <p:blipFill>
          <a:blip r:embed="rId2" cstate="print"/>
          <a:srcRect r="8294" b="38109"/>
          <a:stretch>
            <a:fillRect/>
          </a:stretch>
        </p:blipFill>
        <p:spPr>
          <a:xfrm>
            <a:off x="3609963" y="228"/>
            <a:ext cx="5534037" cy="2801128"/>
          </a:xfrm>
          <a:prstGeom prst="rect">
            <a:avLst/>
          </a:prstGeom>
        </p:spPr>
      </p:pic>
      <p:pic>
        <p:nvPicPr>
          <p:cNvPr id="3" name="Picture 2" descr=" 2999_P&amp;G_GBS_brand_refresh_PPT_C-1-05.png"/>
          <p:cNvPicPr>
            <a:picLocks noChangeAspect="1"/>
          </p:cNvPicPr>
          <p:nvPr/>
        </p:nvPicPr>
        <p:blipFill>
          <a:blip r:embed="rId2" cstate="print"/>
          <a:srcRect t="64378" r="38320"/>
          <a:stretch>
            <a:fillRect/>
          </a:stretch>
        </p:blipFill>
        <p:spPr>
          <a:xfrm>
            <a:off x="304" y="5257469"/>
            <a:ext cx="3694618" cy="1600301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49224" y="301752"/>
            <a:ext cx="8293608" cy="7863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49224" y="1225296"/>
            <a:ext cx="8293608" cy="49834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6" name="P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95914" y="6331301"/>
            <a:ext cx="594309" cy="302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 descr=" 2999_P&amp;G_GBS_brand_refresh_PPT_C-1-05.png"/>
          <p:cNvPicPr>
            <a:picLocks noChangeAspect="1"/>
          </p:cNvPicPr>
          <p:nvPr userDrawn="1"/>
        </p:nvPicPr>
        <p:blipFill>
          <a:blip r:embed="rId2" cstate="print"/>
          <a:srcRect t="64378" r="38320"/>
          <a:stretch>
            <a:fillRect/>
          </a:stretch>
        </p:blipFill>
        <p:spPr>
          <a:xfrm>
            <a:off x="304" y="5257469"/>
            <a:ext cx="3694618" cy="1600301"/>
          </a:xfrm>
          <a:prstGeom prst="rect">
            <a:avLst/>
          </a:prstGeom>
        </p:spPr>
      </p:pic>
      <p:pic>
        <p:nvPicPr>
          <p:cNvPr id="10" name="P 1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95914" y="6331301"/>
            <a:ext cx="594309" cy="302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 2999_P&amp;G_GBS_brand_refresh_PPT_C-1-01.png"/>
          <p:cNvPicPr>
            <a:picLocks noChangeAspect="1"/>
          </p:cNvPicPr>
          <p:nvPr/>
        </p:nvPicPr>
        <p:blipFill>
          <a:blip r:embed="rId2" cstate="print"/>
          <a:srcRect l="27838" t="17643" b="1891"/>
          <a:stretch>
            <a:fillRect/>
          </a:stretch>
        </p:blipFill>
        <p:spPr>
          <a:xfrm>
            <a:off x="4870580" y="783771"/>
            <a:ext cx="4273115" cy="3573625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49224" y="301752"/>
            <a:ext cx="8293608" cy="7863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49224" y="1225296"/>
            <a:ext cx="8293608" cy="49834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6" name="P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95914" y="6331301"/>
            <a:ext cx="594309" cy="302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 1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95914" y="6331301"/>
            <a:ext cx="594309" cy="302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 2999_P&amp;G_GBS_brand_refresh_PPT_C-1-11.png"/>
          <p:cNvPicPr>
            <a:picLocks noChangeAspect="1"/>
          </p:cNvPicPr>
          <p:nvPr/>
        </p:nvPicPr>
        <p:blipFill>
          <a:blip r:embed="rId2" cstate="print"/>
          <a:srcRect b="8641"/>
          <a:stretch>
            <a:fillRect/>
          </a:stretch>
        </p:blipFill>
        <p:spPr>
          <a:xfrm>
            <a:off x="304" y="604180"/>
            <a:ext cx="9143391" cy="6253820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49224" y="301752"/>
            <a:ext cx="8293608" cy="7863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49224" y="1225296"/>
            <a:ext cx="8293608" cy="49834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6" name="P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95914" y="6331301"/>
            <a:ext cx="594309" cy="302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 1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95914" y="6331301"/>
            <a:ext cx="594309" cy="302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 2999_P&amp;G_GBS_brand_refresh_PPT_C-1-15.png"/>
          <p:cNvPicPr>
            <a:picLocks noChangeAspect="1"/>
          </p:cNvPicPr>
          <p:nvPr/>
        </p:nvPicPr>
        <p:blipFill>
          <a:blip r:embed="rId2" cstate="print"/>
          <a:srcRect r="54793" b="28993"/>
          <a:stretch>
            <a:fillRect/>
          </a:stretch>
        </p:blipFill>
        <p:spPr>
          <a:xfrm>
            <a:off x="305" y="228"/>
            <a:ext cx="2201719" cy="2593682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49224" y="301752"/>
            <a:ext cx="8293608" cy="7863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49224" y="1225296"/>
            <a:ext cx="8293608" cy="49834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7" name="P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95914" y="6331301"/>
            <a:ext cx="594309" cy="302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 1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95914" y="6331301"/>
            <a:ext cx="594309" cy="302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 3000_P&amp;G_GBS_Webcast_PPT_A-1-22.png"/>
          <p:cNvPicPr>
            <a:picLocks noChangeAspect="1"/>
          </p:cNvPicPr>
          <p:nvPr/>
        </p:nvPicPr>
        <p:blipFill>
          <a:blip r:embed="rId2" cstate="print"/>
          <a:srcRect r="8294" b="37373"/>
          <a:stretch>
            <a:fillRect/>
          </a:stretch>
        </p:blipFill>
        <p:spPr>
          <a:xfrm>
            <a:off x="3289255" y="7544"/>
            <a:ext cx="5785584" cy="2963277"/>
          </a:xfrm>
          <a:prstGeom prst="rect">
            <a:avLst/>
          </a:prstGeom>
        </p:spPr>
      </p:pic>
      <p:pic>
        <p:nvPicPr>
          <p:cNvPr id="6" name="Picture 5" descr=" 3000_P&amp;G_GBS_Webcast_PPT_A-1-22.png"/>
          <p:cNvPicPr>
            <a:picLocks noChangeAspect="1"/>
          </p:cNvPicPr>
          <p:nvPr/>
        </p:nvPicPr>
        <p:blipFill>
          <a:blip r:embed="rId2" cstate="print"/>
          <a:srcRect t="62492"/>
          <a:stretch>
            <a:fillRect/>
          </a:stretch>
        </p:blipFill>
        <p:spPr>
          <a:xfrm>
            <a:off x="-65530" y="5171251"/>
            <a:ext cx="6034542" cy="1697577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49224" y="301752"/>
            <a:ext cx="8293608" cy="7863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49224" y="1225296"/>
            <a:ext cx="8293608" cy="49834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7" name="P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95914" y="6331301"/>
            <a:ext cx="594309" cy="302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 1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95914" y="6331301"/>
            <a:ext cx="594309" cy="302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 2999_P&amp;G_GBS_brand_refresh_PPT_C-1-03.png"/>
          <p:cNvPicPr>
            <a:picLocks noChangeAspect="1"/>
          </p:cNvPicPr>
          <p:nvPr/>
        </p:nvPicPr>
        <p:blipFill>
          <a:blip r:embed="rId2" cstate="print"/>
          <a:srcRect l="57175" t="57737"/>
          <a:stretch>
            <a:fillRect/>
          </a:stretch>
        </p:blipFill>
        <p:spPr>
          <a:xfrm flipH="1">
            <a:off x="304" y="5312197"/>
            <a:ext cx="2088472" cy="1545802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649224" y="301752"/>
            <a:ext cx="8293608" cy="7863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49224" y="1225296"/>
            <a:ext cx="8293608" cy="49834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6" name="P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95914" y="6331301"/>
            <a:ext cx="594309" cy="302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 1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95914" y="6331301"/>
            <a:ext cx="594309" cy="302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 2999_P&amp;G_GBS_brand_refresh_PPT_C-1-03.png"/>
          <p:cNvPicPr>
            <a:picLocks noChangeAspect="1"/>
          </p:cNvPicPr>
          <p:nvPr/>
        </p:nvPicPr>
        <p:blipFill>
          <a:blip r:embed="rId2" cstate="print"/>
          <a:srcRect l="68612" t="61041"/>
          <a:stretch>
            <a:fillRect/>
          </a:stretch>
        </p:blipFill>
        <p:spPr>
          <a:xfrm flipV="1">
            <a:off x="7530352" y="228"/>
            <a:ext cx="1613647" cy="1502167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649224" y="301752"/>
            <a:ext cx="8293608" cy="7863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49224" y="1225296"/>
            <a:ext cx="8293608" cy="49834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6" name="P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95914" y="6331301"/>
            <a:ext cx="594309" cy="302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 1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95914" y="6331301"/>
            <a:ext cx="594309" cy="302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 2999_P&amp;G_GBS_brand_refresh_PPT_C-1-05.png"/>
          <p:cNvPicPr>
            <a:picLocks noChangeAspect="1"/>
          </p:cNvPicPr>
          <p:nvPr/>
        </p:nvPicPr>
        <p:blipFill>
          <a:blip r:embed="rId2" cstate="print"/>
          <a:srcRect r="8294" b="38109"/>
          <a:stretch>
            <a:fillRect/>
          </a:stretch>
        </p:blipFill>
        <p:spPr>
          <a:xfrm>
            <a:off x="3609963" y="228"/>
            <a:ext cx="5534037" cy="2801128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49224" y="301752"/>
            <a:ext cx="8293608" cy="7863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49224" y="1225296"/>
            <a:ext cx="8293608" cy="49834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6" name="P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95914" y="6331301"/>
            <a:ext cx="594309" cy="302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 1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95914" y="6331301"/>
            <a:ext cx="594309" cy="302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 2999_P&amp;G_GBS_brand_refresh_PPT_C-1-05.png"/>
          <p:cNvPicPr>
            <a:picLocks noChangeAspect="1"/>
          </p:cNvPicPr>
          <p:nvPr/>
        </p:nvPicPr>
        <p:blipFill>
          <a:blip r:embed="rId2" cstate="print"/>
          <a:srcRect t="62289"/>
          <a:stretch>
            <a:fillRect/>
          </a:stretch>
        </p:blipFill>
        <p:spPr>
          <a:xfrm>
            <a:off x="304" y="5151235"/>
            <a:ext cx="6034542" cy="1706765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49224" y="301752"/>
            <a:ext cx="8293608" cy="7863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49224" y="1225296"/>
            <a:ext cx="8293608" cy="49834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6" name="P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95914" y="6331301"/>
            <a:ext cx="594309" cy="302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 1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95914" y="6331301"/>
            <a:ext cx="594309" cy="302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 2999_P&amp;G_GBS_brand_refresh_PPT_C-1-15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" y="228"/>
            <a:ext cx="4845920" cy="3634440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49224" y="301752"/>
            <a:ext cx="8293608" cy="7863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49224" y="1225296"/>
            <a:ext cx="8293608" cy="49834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7" name="P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95914" y="6331301"/>
            <a:ext cx="594309" cy="302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 1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95914" y="6331301"/>
            <a:ext cx="594309" cy="302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bg>
      <p:bgPr>
        <a:solidFill>
          <a:srgbClr val="009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back2.jpg"/>
          <p:cNvPicPr>
            <a:picLocks noChangeAspect="1"/>
          </p:cNvPicPr>
          <p:nvPr userDrawn="1"/>
        </p:nvPicPr>
        <p:blipFill>
          <a:blip r:embed="rId2" cstate="print"/>
          <a:srcRect l="73907" t="54731"/>
          <a:stretch>
            <a:fillRect/>
          </a:stretch>
        </p:blipFill>
        <p:spPr>
          <a:xfrm flipH="1">
            <a:off x="0" y="5010539"/>
            <a:ext cx="1894114" cy="1847461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649224" y="301752"/>
            <a:ext cx="8293608" cy="786384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49224" y="1225296"/>
            <a:ext cx="8293608" cy="49834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6" name="Picture 5" descr="gbs logo reverse large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97459" y="6327648"/>
            <a:ext cx="594360" cy="291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bg>
      <p:bgPr>
        <a:solidFill>
          <a:srgbClr val="009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BS_brand_PPT-08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04" y="228"/>
            <a:ext cx="9143391" cy="6857543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649224" y="301752"/>
            <a:ext cx="8293608" cy="786384"/>
          </a:xfrm>
        </p:spPr>
        <p:txBody>
          <a:bodyPr>
            <a:normAutofit/>
          </a:bodyPr>
          <a:lstStyle>
            <a:lvl1pPr>
              <a:defRPr lang="en-US" sz="3600" b="0" i="0" kern="1200" spc="70" baseline="0" dirty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49224" y="1225296"/>
            <a:ext cx="8293608" cy="49834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9" name="Picture 8" descr="gbs logo reverse large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97459" y="6327648"/>
            <a:ext cx="594360" cy="291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bg>
      <p:bgPr>
        <a:solidFill>
          <a:srgbClr val="009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GBS_brand_PPT-09.png"/>
          <p:cNvPicPr>
            <a:picLocks noChangeAspect="1"/>
          </p:cNvPicPr>
          <p:nvPr userDrawn="1"/>
        </p:nvPicPr>
        <p:blipFill>
          <a:blip r:embed="rId2" cstate="print"/>
          <a:srcRect l="75118" b="72870"/>
          <a:stretch>
            <a:fillRect/>
          </a:stretch>
        </p:blipFill>
        <p:spPr>
          <a:xfrm flipV="1">
            <a:off x="6868633" y="228"/>
            <a:ext cx="2275062" cy="1860470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49224" y="1225296"/>
            <a:ext cx="8293608" cy="49834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49224" y="301752"/>
            <a:ext cx="8293608" cy="786384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9" name="Picture 8" descr="gbs logo reverse large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97459" y="6327648"/>
            <a:ext cx="594360" cy="291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bg>
      <p:bgPr>
        <a:solidFill>
          <a:srgbClr val="009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BS_brand_PPT-10.png"/>
          <p:cNvPicPr>
            <a:picLocks noChangeAspect="1"/>
          </p:cNvPicPr>
          <p:nvPr userDrawn="1"/>
        </p:nvPicPr>
        <p:blipFill>
          <a:blip r:embed="rId2" cstate="print"/>
          <a:srcRect l="77534" t="78049" r="3276"/>
          <a:stretch>
            <a:fillRect/>
          </a:stretch>
        </p:blipFill>
        <p:spPr>
          <a:xfrm rot="5400000">
            <a:off x="7514096" y="5228098"/>
            <a:ext cx="1754554" cy="1505253"/>
          </a:xfrm>
          <a:prstGeom prst="rect">
            <a:avLst/>
          </a:prstGeom>
        </p:spPr>
      </p:pic>
      <p:pic>
        <p:nvPicPr>
          <p:cNvPr id="6" name="Picture 5" descr="GBS_brand_PPT-10.png"/>
          <p:cNvPicPr>
            <a:picLocks noChangeAspect="1"/>
          </p:cNvPicPr>
          <p:nvPr userDrawn="1"/>
        </p:nvPicPr>
        <p:blipFill>
          <a:blip r:embed="rId2" cstate="print"/>
          <a:srcRect r="84983" b="84755"/>
          <a:stretch>
            <a:fillRect/>
          </a:stretch>
        </p:blipFill>
        <p:spPr>
          <a:xfrm rot="16200000" flipV="1">
            <a:off x="-163817" y="163816"/>
            <a:ext cx="1373068" cy="1045436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49224" y="1225296"/>
            <a:ext cx="8293608" cy="49834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649224" y="301752"/>
            <a:ext cx="8293608" cy="786384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10" name="Picture 9" descr="gbs logo reverse large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5445" y="6327648"/>
            <a:ext cx="594360" cy="291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bg>
      <p:bgPr>
        <a:solidFill>
          <a:srgbClr val="009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GBS_brand_PPT-11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04" y="228"/>
            <a:ext cx="9143391" cy="6857543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649224" y="1225296"/>
            <a:ext cx="8293608" cy="49834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49224" y="301752"/>
            <a:ext cx="8293608" cy="786384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9" name="Picture 8" descr="gbs logo reverse large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97459" y="6327648"/>
            <a:ext cx="594360" cy="291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7" r:id="rId15"/>
    <p:sldLayoutId id="2147483708" r:id="rId16"/>
    <p:sldLayoutId id="2147483710" r:id="rId17"/>
    <p:sldLayoutId id="2147483711" r:id="rId18"/>
    <p:sldLayoutId id="2147483712" r:id="rId19"/>
    <p:sldLayoutId id="2147483684" r:id="rId20"/>
    <p:sldLayoutId id="2147483687" r:id="rId21"/>
    <p:sldLayoutId id="2147483688" r:id="rId22"/>
    <p:sldLayoutId id="2147483689" r:id="rId23"/>
    <p:sldLayoutId id="2147483690" r:id="rId24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sz="3600" b="0" i="0" kern="1200" spc="70">
          <a:solidFill>
            <a:srgbClr val="0099FF"/>
          </a:solidFill>
          <a:latin typeface="Arial"/>
          <a:ea typeface="+mj-ea"/>
          <a:cs typeface="Arial"/>
        </a:defRPr>
      </a:lvl1pPr>
    </p:titleStyle>
    <p:bodyStyle>
      <a:lvl1pPr marL="0" indent="-457200" algn="l" defTabSz="4572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Tx/>
        <a:buNone/>
        <a:defRPr sz="2800" kern="1200">
          <a:solidFill>
            <a:srgbClr val="5A5A5A"/>
          </a:solidFill>
          <a:latin typeface="Arial"/>
          <a:ea typeface="+mn-ea"/>
          <a:cs typeface="Arial"/>
        </a:defRPr>
      </a:lvl1pPr>
      <a:lvl2pPr marL="287338" indent="-457200" algn="l" defTabSz="4572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/>
        <a:buChar char="•"/>
        <a:defRPr sz="2800" kern="1200">
          <a:solidFill>
            <a:srgbClr val="5A5A5A"/>
          </a:solidFill>
          <a:latin typeface="Arial"/>
          <a:ea typeface="+mn-ea"/>
          <a:cs typeface="Arial"/>
        </a:defRPr>
      </a:lvl2pPr>
      <a:lvl3pPr marL="536575" indent="-457200" algn="l" defTabSz="4572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Lucida Grande"/>
        <a:buChar char="–"/>
        <a:defRPr sz="2400" kern="1200">
          <a:solidFill>
            <a:srgbClr val="5A5A5A"/>
          </a:solidFill>
          <a:latin typeface="Arial"/>
          <a:ea typeface="+mn-ea"/>
          <a:cs typeface="Arial"/>
        </a:defRPr>
      </a:lvl3pPr>
      <a:lvl4pPr marL="703263" indent="-457200" algn="l" defTabSz="4572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/>
        <a:buChar char="•"/>
        <a:defRPr sz="2400" kern="1200">
          <a:solidFill>
            <a:srgbClr val="5A5A5A"/>
          </a:solidFill>
          <a:latin typeface="Arial"/>
          <a:ea typeface="+mn-ea"/>
          <a:cs typeface="Arial"/>
        </a:defRPr>
      </a:lvl4pPr>
      <a:lvl5pPr marL="914400" indent="-457200" algn="l" defTabSz="4572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/>
        <a:buChar char="–"/>
        <a:defRPr sz="2000" kern="1200">
          <a:solidFill>
            <a:srgbClr val="5A5A5A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6.wmf"/><Relationship Id="rId5" Type="http://schemas.openxmlformats.org/officeDocument/2006/relationships/package" Target="../embeddings/Microsoft_Excel_Worksheet1.xlsx"/><Relationship Id="rId4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Handover Process overview from ITD to </a:t>
            </a:r>
            <a:r>
              <a:rPr lang="en-US" sz="3200" dirty="0" smtClean="0"/>
              <a:t>Ops</a:t>
            </a:r>
            <a:r>
              <a:rPr lang="pl-PL" sz="3200" dirty="0" smtClean="0"/>
              <a:t/>
            </a:r>
            <a:br>
              <a:rPr lang="pl-PL" sz="3200" dirty="0" smtClean="0"/>
            </a:br>
            <a:r>
              <a:rPr lang="pl-PL" sz="3200" dirty="0" smtClean="0"/>
              <a:t/>
            </a:r>
            <a:br>
              <a:rPr lang="pl-PL" sz="3200" dirty="0" smtClean="0"/>
            </a:br>
            <a:r>
              <a:rPr lang="pl-PL" sz="3200" dirty="0" smtClean="0"/>
              <a:t>Release Management for ITD base projects</a:t>
            </a:r>
            <a:endParaRPr lang="en-US" sz="3200" b="1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3460" y="5524253"/>
            <a:ext cx="5064831" cy="615291"/>
          </a:xfrm>
        </p:spPr>
        <p:txBody>
          <a:bodyPr/>
          <a:lstStyle/>
          <a:p>
            <a:r>
              <a:rPr lang="en-US" dirty="0" smtClean="0"/>
              <a:t>13</a:t>
            </a:r>
            <a:r>
              <a:rPr lang="en-US" baseline="30000" dirty="0" smtClean="0"/>
              <a:t>th</a:t>
            </a:r>
            <a:r>
              <a:rPr lang="en-US" dirty="0" smtClean="0"/>
              <a:t> May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46422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50612" y="304963"/>
            <a:ext cx="8297457" cy="7867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 spc="70" baseline="0">
                <a:solidFill>
                  <a:srgbClr val="0099FF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PH" smtClean="0"/>
              <a:t>Objective</a:t>
            </a:r>
            <a:endParaRPr lang="en-PH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371600"/>
            <a:ext cx="8297457" cy="4980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457200" algn="l" defTabSz="457200" rtl="0" eaLnBrk="1" latinLnBrk="0" hangingPunct="1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800" kern="1200" baseline="0">
                <a:solidFill>
                  <a:srgbClr val="0099FF"/>
                </a:solidFill>
                <a:latin typeface="Arial"/>
                <a:ea typeface="+mn-ea"/>
                <a:cs typeface="Arial"/>
              </a:defRPr>
            </a:lvl1pPr>
            <a:lvl2pPr marL="457200" indent="0" algn="ctr" defTabSz="4572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2pPr>
            <a:lvl3pPr marL="914400" indent="0" algn="ctr" defTabSz="4572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Lucida Grande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371600" indent="0" algn="ctr" defTabSz="4572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828800" indent="0" algn="ctr" defTabSz="4572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>
              <a:buFont typeface="Arial" pitchFamily="34" charset="0"/>
              <a:buChar char="•"/>
            </a:pPr>
            <a:r>
              <a:rPr lang="pl-PL" dirty="0" smtClean="0"/>
              <a:t>Release Management process overview</a:t>
            </a:r>
          </a:p>
          <a:p>
            <a:pPr marL="457200">
              <a:buFont typeface="Arial" pitchFamily="34" charset="0"/>
              <a:buChar char="•"/>
            </a:pPr>
            <a:r>
              <a:rPr lang="en-PH" dirty="0" smtClean="0"/>
              <a:t>Understand the transition process from Development to Ops team. </a:t>
            </a:r>
          </a:p>
          <a:p>
            <a:pPr marL="457200">
              <a:buFont typeface="Arial" pitchFamily="34" charset="0"/>
              <a:buChar char="•"/>
            </a:pPr>
            <a:r>
              <a:rPr lang="en-PH" dirty="0" smtClean="0"/>
              <a:t>Scope of Project and Ops team as part of transition.</a:t>
            </a:r>
          </a:p>
          <a:p>
            <a:pPr marL="457200">
              <a:buFont typeface="Arial" pitchFamily="34" charset="0"/>
              <a:buChar char="•"/>
            </a:pPr>
            <a:r>
              <a:rPr lang="en-PH" dirty="0" smtClean="0"/>
              <a:t>Transition check list</a:t>
            </a:r>
          </a:p>
          <a:p>
            <a:pPr marL="457200">
              <a:buFont typeface="Arial" pitchFamily="34" charset="0"/>
              <a:buChar char="•"/>
            </a:pPr>
            <a:r>
              <a:rPr lang="en-PH" dirty="0" smtClean="0"/>
              <a:t>Summary</a:t>
            </a:r>
            <a:endParaRPr lang="pl-PL" dirty="0" smtClean="0"/>
          </a:p>
          <a:p>
            <a:pPr marL="457200">
              <a:buFont typeface="Arial" pitchFamily="34" charset="0"/>
              <a:buChar char="•"/>
            </a:pPr>
            <a:r>
              <a:rPr lang="pl-PL" dirty="0" smtClean="0"/>
              <a:t>Next steps</a:t>
            </a:r>
            <a:endParaRPr lang="en-PH" dirty="0" smtClean="0"/>
          </a:p>
        </p:txBody>
      </p:sp>
    </p:spTree>
    <p:extLst>
      <p:ext uri="{BB962C8B-B14F-4D97-AF65-F5344CB8AC3E}">
        <p14:creationId xmlns:p14="http://schemas.microsoft.com/office/powerpoint/2010/main" val="72907778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Definition and Process in brief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Release Management is a process to improve reliability of Web &amp; Mobile sites by professionalizing the process of pushing new code </a:t>
            </a:r>
            <a:r>
              <a:rPr lang="pl-PL" b="1" dirty="0" smtClean="0"/>
              <a:t>and solutions </a:t>
            </a:r>
            <a:r>
              <a:rPr lang="en-US" b="1" dirty="0" smtClean="0"/>
              <a:t>to production.</a:t>
            </a:r>
          </a:p>
          <a:p>
            <a:pPr lvl="1"/>
            <a:r>
              <a:rPr lang="en-US" dirty="0" smtClean="0"/>
              <a:t>It helps to plan, manage and control the release schedule and track the status of each release effectively</a:t>
            </a:r>
            <a:endParaRPr lang="pl-PL" dirty="0" smtClean="0"/>
          </a:p>
          <a:p>
            <a:pPr lvl="1"/>
            <a:r>
              <a:rPr lang="pl-PL" dirty="0" smtClean="0"/>
              <a:t>It enables to deliver service on expected level starting from 1st day after launch</a:t>
            </a:r>
            <a:endParaRPr lang="en-US" dirty="0" smtClean="0"/>
          </a:p>
          <a:p>
            <a:pPr lvl="1"/>
            <a:r>
              <a:rPr lang="en-US" dirty="0" smtClean="0"/>
              <a:t>Types of releases:</a:t>
            </a:r>
          </a:p>
          <a:p>
            <a:pPr lvl="2"/>
            <a:r>
              <a:rPr lang="en-US" b="1" dirty="0" smtClean="0"/>
              <a:t>ITD projects </a:t>
            </a:r>
          </a:p>
          <a:p>
            <a:pPr lvl="2"/>
            <a:r>
              <a:rPr lang="en-US" b="1" dirty="0" smtClean="0"/>
              <a:t>M&amp;</a:t>
            </a:r>
            <a:r>
              <a:rPr lang="pl-PL" b="1" dirty="0" smtClean="0"/>
              <a:t>O</a:t>
            </a:r>
            <a:r>
              <a:rPr lang="en-US" b="1" dirty="0" smtClean="0"/>
              <a:t> changes – Already Deployed</a:t>
            </a:r>
          </a:p>
          <a:p>
            <a:pPr lvl="2"/>
            <a:r>
              <a:rPr lang="en-US" b="1" dirty="0" smtClean="0"/>
              <a:t>Emergency </a:t>
            </a:r>
            <a:r>
              <a:rPr lang="pl-PL" b="1" dirty="0" smtClean="0"/>
              <a:t>fixes</a:t>
            </a:r>
            <a:r>
              <a:rPr lang="en-US" b="1" dirty="0" smtClean="0"/>
              <a:t> – Already Deployed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21545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 and Process in brief (Cont)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4387732"/>
              </p:ext>
            </p:extLst>
          </p:nvPr>
        </p:nvGraphicFramePr>
        <p:xfrm>
          <a:off x="693679" y="1040523"/>
          <a:ext cx="7977354" cy="5170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9118"/>
                <a:gridCol w="2659118"/>
                <a:gridCol w="2659118"/>
              </a:tblGrid>
              <a:tr h="34686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Standard M&amp;O Changes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Emergency Changes</a:t>
                      </a:r>
                      <a:endParaRPr lang="en-US" sz="1600" b="0" dirty="0">
                        <a:latin typeface="Arial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Project Releases</a:t>
                      </a:r>
                      <a:endParaRPr lang="en-US"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FF"/>
                    </a:solidFill>
                  </a:tcPr>
                </a:tc>
              </a:tr>
              <a:tr h="1103644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200" dirty="0" smtClean="0">
                          <a:solidFill>
                            <a:srgbClr val="0099FF"/>
                          </a:solidFill>
                          <a:latin typeface="Arial"/>
                          <a:cs typeface="Arial"/>
                        </a:rPr>
                        <a:t>Migrated during specific window</a:t>
                      </a:r>
                      <a:r>
                        <a:rPr lang="en-US" sz="1200" baseline="0" dirty="0" smtClean="0">
                          <a:solidFill>
                            <a:srgbClr val="0099FF"/>
                          </a:solidFill>
                          <a:latin typeface="Arial"/>
                          <a:cs typeface="Arial"/>
                        </a:rPr>
                        <a:t> defined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endParaRPr lang="en-US" sz="1200" baseline="0" dirty="0" smtClean="0">
                        <a:solidFill>
                          <a:srgbClr val="0099FF"/>
                        </a:solidFill>
                        <a:latin typeface="Arial"/>
                        <a:cs typeface="Arial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b="0" dirty="0" smtClean="0"/>
                        <a:t>For P3 incidents, migration</a:t>
                      </a:r>
                      <a:r>
                        <a:rPr lang="en-US" sz="1200" b="0" baseline="0" dirty="0" smtClean="0"/>
                        <a:t> window holds good unless it has impact on SLA.</a:t>
                      </a:r>
                      <a:endParaRPr lang="en-US" sz="1200" dirty="0">
                        <a:solidFill>
                          <a:srgbClr val="0099FF"/>
                        </a:solidFill>
                        <a:latin typeface="Arial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 smtClean="0">
                          <a:solidFill>
                            <a:srgbClr val="0099FF"/>
                          </a:solidFill>
                          <a:latin typeface="Arial"/>
                          <a:cs typeface="Arial"/>
                        </a:rPr>
                        <a:t>No defined migration window for P1 &amp; P2 incidents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sz="1200" dirty="0" smtClean="0">
                        <a:solidFill>
                          <a:srgbClr val="0099FF"/>
                        </a:solidFill>
                        <a:latin typeface="Arial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rgbClr val="0099FF"/>
                          </a:solidFill>
                          <a:latin typeface="Arial"/>
                          <a:cs typeface="Arial"/>
                        </a:rPr>
                        <a:t>- </a:t>
                      </a:r>
                      <a:r>
                        <a:rPr lang="en-US" sz="1200" kern="1200" dirty="0" smtClean="0">
                          <a:solidFill>
                            <a:srgbClr val="0099FF"/>
                          </a:solidFill>
                          <a:latin typeface="Arial"/>
                          <a:ea typeface="+mn-ea"/>
                          <a:cs typeface="Arial"/>
                        </a:rPr>
                        <a:t>Project releases needs to happen as per the CPS,</a:t>
                      </a:r>
                      <a:r>
                        <a:rPr lang="en-US" sz="1200" kern="1200" baseline="0" dirty="0" smtClean="0">
                          <a:solidFill>
                            <a:srgbClr val="0099FF"/>
                          </a:solidFill>
                          <a:latin typeface="Arial"/>
                          <a:ea typeface="+mn-ea"/>
                          <a:cs typeface="Arial"/>
                        </a:rPr>
                        <a:t> the checklist should be similar to M&amp;O changes. However, </a:t>
                      </a:r>
                      <a:r>
                        <a:rPr lang="en-US" sz="1200" kern="1200" baseline="0" dirty="0" err="1" smtClean="0">
                          <a:solidFill>
                            <a:srgbClr val="0099FF"/>
                          </a:solidFill>
                          <a:latin typeface="Arial"/>
                          <a:ea typeface="+mn-ea"/>
                          <a:cs typeface="Arial"/>
                        </a:rPr>
                        <a:t>Savvis</a:t>
                      </a:r>
                      <a:r>
                        <a:rPr lang="en-US" sz="1200" kern="1200" baseline="0" dirty="0" smtClean="0">
                          <a:solidFill>
                            <a:srgbClr val="0099FF"/>
                          </a:solidFill>
                          <a:latin typeface="Arial"/>
                          <a:ea typeface="+mn-ea"/>
                          <a:cs typeface="Arial"/>
                        </a:rPr>
                        <a:t> should be intimated well in advance to turn the Gomez monitoring off.</a:t>
                      </a:r>
                      <a:endParaRPr lang="en-US" sz="1200" kern="1200" dirty="0" smtClean="0">
                        <a:solidFill>
                          <a:srgbClr val="0099FF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88279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Exception to migrate</a:t>
                      </a:r>
                      <a:r>
                        <a:rPr lang="en-US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outside release window (for CRs and P3 incidents) to be approved by Ops Lead. Request for exception should come from  Operation specialist or DPDL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 smtClean="0"/>
                        <a:t>M</a:t>
                      </a:r>
                      <a:r>
                        <a:rPr lang="pl-PL" sz="1200" dirty="0" smtClean="0"/>
                        <a:t>ain criterium for NO GO is visible risk on </a:t>
                      </a:r>
                      <a:r>
                        <a:rPr lang="pl-PL" sz="1200" b="1" dirty="0" smtClean="0"/>
                        <a:t>service stability</a:t>
                      </a:r>
                      <a:r>
                        <a:rPr lang="en-US" sz="1200" b="1" dirty="0" smtClean="0"/>
                        <a:t>.</a:t>
                      </a:r>
                      <a:endParaRPr lang="en-US" sz="1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Can</a:t>
                      </a:r>
                      <a:r>
                        <a:rPr lang="en-US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be migrated any time once the fix is ready after basic testing is completed by Technical Agency</a:t>
                      </a:r>
                      <a:endParaRPr lang="en-US" sz="1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200" kern="1200" baseline="0" dirty="0" smtClean="0">
                          <a:solidFill>
                            <a:srgbClr val="0099FF"/>
                          </a:solidFill>
                          <a:latin typeface="Arial"/>
                          <a:ea typeface="+mn-ea"/>
                          <a:cs typeface="Arial"/>
                        </a:rPr>
                        <a:t>The </a:t>
                      </a:r>
                      <a:r>
                        <a:rPr lang="en-US" sz="1200" kern="1200" baseline="0" dirty="0" err="1" smtClean="0">
                          <a:solidFill>
                            <a:srgbClr val="0099FF"/>
                          </a:solidFill>
                          <a:latin typeface="Arial"/>
                          <a:ea typeface="+mn-ea"/>
                          <a:cs typeface="Arial"/>
                        </a:rPr>
                        <a:t>Dev</a:t>
                      </a:r>
                      <a:r>
                        <a:rPr lang="en-US" sz="1200" kern="1200" baseline="0" dirty="0" smtClean="0">
                          <a:solidFill>
                            <a:srgbClr val="0099FF"/>
                          </a:solidFill>
                          <a:latin typeface="Arial"/>
                          <a:ea typeface="+mn-ea"/>
                          <a:cs typeface="Arial"/>
                        </a:rPr>
                        <a:t> and Ops specialists should be in sync, along with the project resources during the go live. The transition checklist needs to be verified and updated as per the latest status.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686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Release checklist should</a:t>
                      </a:r>
                      <a:r>
                        <a:rPr lang="en-US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be attached before closure of the ticket in HPSM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sz="12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RM measures should be updated in the solution field</a:t>
                      </a:r>
                      <a:r>
                        <a:rPr lang="en-US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of HPSM ticket before closure of the ticket.</a:t>
                      </a:r>
                      <a:endParaRPr lang="en-US" sz="1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baseline="0" dirty="0" smtClean="0">
                          <a:solidFill>
                            <a:srgbClr val="0099FF"/>
                          </a:solidFill>
                          <a:latin typeface="Arial"/>
                          <a:ea typeface="+mn-ea"/>
                          <a:cs typeface="Arial"/>
                        </a:rPr>
                        <a:t>The checklist provided in the </a:t>
                      </a:r>
                      <a:r>
                        <a:rPr lang="en-US" sz="1200" kern="1200" baseline="0" dirty="0" err="1" smtClean="0">
                          <a:solidFill>
                            <a:srgbClr val="0099FF"/>
                          </a:solidFill>
                          <a:latin typeface="Arial"/>
                          <a:ea typeface="+mn-ea"/>
                          <a:cs typeface="Arial"/>
                        </a:rPr>
                        <a:t>DevtoOps</a:t>
                      </a:r>
                      <a:r>
                        <a:rPr lang="en-US" sz="1200" kern="1200" baseline="0" dirty="0" smtClean="0">
                          <a:solidFill>
                            <a:srgbClr val="0099FF"/>
                          </a:solidFill>
                          <a:latin typeface="Arial"/>
                          <a:ea typeface="+mn-ea"/>
                          <a:cs typeface="Arial"/>
                        </a:rPr>
                        <a:t> deck needs to be updated and should be submitted to ops lead for sign off.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1135099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Release Checklist to be updated by Operation Specialist</a:t>
                      </a:r>
                      <a:r>
                        <a:rPr lang="en-US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and Technical Agency (based on owner of the tasks in it)</a:t>
                      </a:r>
                      <a:endParaRPr lang="en-US" sz="1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Simplified version of the</a:t>
                      </a:r>
                      <a:r>
                        <a:rPr lang="en-US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Release checklist to be updated </a:t>
                      </a: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by Operation Specialist</a:t>
                      </a:r>
                      <a:r>
                        <a:rPr lang="en-US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and Technical Agency (based on owner of the tasks in it)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kern="1200" baseline="0" dirty="0" smtClean="0">
                          <a:solidFill>
                            <a:srgbClr val="0099FF"/>
                          </a:solidFill>
                          <a:latin typeface="Arial"/>
                          <a:ea typeface="+mn-ea"/>
                          <a:cs typeface="Arial"/>
                        </a:rPr>
                        <a:t>The release and project checklist should be updated by project team</a:t>
                      </a:r>
                      <a:endParaRPr lang="en-US" sz="1200" kern="1200" baseline="0" dirty="0">
                        <a:solidFill>
                          <a:srgbClr val="0099FF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5997038" y="902525"/>
            <a:ext cx="2766951" cy="5379522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05642" y="902525"/>
            <a:ext cx="5308271" cy="5379522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xplosion 1 6"/>
          <p:cNvSpPr/>
          <p:nvPr/>
        </p:nvSpPr>
        <p:spPr>
          <a:xfrm>
            <a:off x="6662057" y="5514646"/>
            <a:ext cx="1900051" cy="760021"/>
          </a:xfrm>
          <a:prstGeom prst="irregularSeal1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smtClean="0"/>
              <a:t>NEW</a:t>
            </a:r>
            <a:endParaRPr lang="en-US" dirty="0"/>
          </a:p>
        </p:txBody>
      </p:sp>
      <p:sp>
        <p:nvSpPr>
          <p:cNvPr id="8" name="Explosion 1 7"/>
          <p:cNvSpPr/>
          <p:nvPr/>
        </p:nvSpPr>
        <p:spPr>
          <a:xfrm>
            <a:off x="1446809" y="5514647"/>
            <a:ext cx="3303320" cy="1307728"/>
          </a:xfrm>
          <a:prstGeom prst="irregularSeal1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smtClean="0"/>
              <a:t>ALREADY DEPLOYED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15499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84206" y="304963"/>
            <a:ext cx="3904736" cy="786719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M&amp;O changes</a:t>
            </a:r>
            <a:endParaRPr lang="en-US" dirty="0"/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1605025549"/>
              </p:ext>
            </p:extLst>
          </p:nvPr>
        </p:nvGraphicFramePr>
        <p:xfrm>
          <a:off x="304197" y="2026509"/>
          <a:ext cx="4033025" cy="33363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1940137795"/>
              </p:ext>
            </p:extLst>
          </p:nvPr>
        </p:nvGraphicFramePr>
        <p:xfrm>
          <a:off x="4942099" y="1977081"/>
          <a:ext cx="3930052" cy="3336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7" name="Title 3"/>
          <p:cNvSpPr txBox="1">
            <a:spLocks/>
          </p:cNvSpPr>
          <p:nvPr/>
        </p:nvSpPr>
        <p:spPr>
          <a:xfrm>
            <a:off x="4798627" y="383221"/>
            <a:ext cx="3904736" cy="786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 spc="70">
                <a:solidFill>
                  <a:srgbClr val="0099FF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dirty="0" smtClean="0"/>
              <a:t>Project Releases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08167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54221" y="2284931"/>
            <a:ext cx="8293608" cy="786384"/>
          </a:xfrm>
        </p:spPr>
        <p:txBody>
          <a:bodyPr>
            <a:normAutofit fontScale="90000"/>
          </a:bodyPr>
          <a:lstStyle/>
          <a:p>
            <a:pPr algn="ctr"/>
            <a:r>
              <a:rPr lang="pl-PL" dirty="0" smtClean="0"/>
              <a:t>Release Management process for ITD base projects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13925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50612" y="447464"/>
            <a:ext cx="8297457" cy="56193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 spc="70" baseline="0">
                <a:solidFill>
                  <a:srgbClr val="0099FF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dirty="0" smtClean="0"/>
              <a:t>Handover Process overview from ITD to Ops</a:t>
            </a:r>
            <a:endParaRPr lang="en-US" b="1" u="sng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334852729"/>
              </p:ext>
            </p:extLst>
          </p:nvPr>
        </p:nvGraphicFramePr>
        <p:xfrm>
          <a:off x="1279987" y="819399"/>
          <a:ext cx="7768993" cy="12469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Rectangle 5"/>
          <p:cNvSpPr/>
          <p:nvPr/>
        </p:nvSpPr>
        <p:spPr>
          <a:xfrm>
            <a:off x="1341912" y="1698171"/>
            <a:ext cx="6555179" cy="36813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ITD/Project Team</a:t>
            </a:r>
            <a:endParaRPr lang="en-US" sz="1400" b="1" dirty="0"/>
          </a:p>
        </p:txBody>
      </p:sp>
      <p:sp>
        <p:nvSpPr>
          <p:cNvPr id="8" name="Rectangle 7"/>
          <p:cNvSpPr/>
          <p:nvPr/>
        </p:nvSpPr>
        <p:spPr>
          <a:xfrm>
            <a:off x="7944591" y="1698171"/>
            <a:ext cx="1140031" cy="368135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Operations</a:t>
            </a:r>
            <a:endParaRPr lang="en-US" b="1" dirty="0"/>
          </a:p>
        </p:txBody>
      </p:sp>
      <p:sp>
        <p:nvSpPr>
          <p:cNvPr id="9" name="Rectangle 8"/>
          <p:cNvSpPr/>
          <p:nvPr/>
        </p:nvSpPr>
        <p:spPr>
          <a:xfrm>
            <a:off x="47504" y="1698171"/>
            <a:ext cx="1132126" cy="36813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Phase Owner</a:t>
            </a:r>
            <a:endParaRPr lang="en-US" sz="1400" b="1" dirty="0"/>
          </a:p>
        </p:txBody>
      </p:sp>
      <p:sp>
        <p:nvSpPr>
          <p:cNvPr id="10" name="Rectangle 9"/>
          <p:cNvSpPr/>
          <p:nvPr/>
        </p:nvSpPr>
        <p:spPr>
          <a:xfrm>
            <a:off x="47504" y="2256312"/>
            <a:ext cx="8900565" cy="32063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Transition to Ops Process</a:t>
            </a:r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496228"/>
              </p:ext>
            </p:extLst>
          </p:nvPr>
        </p:nvGraphicFramePr>
        <p:xfrm>
          <a:off x="1318162" y="2683822"/>
          <a:ext cx="7629907" cy="24106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73534"/>
                <a:gridCol w="935903"/>
                <a:gridCol w="1828818"/>
                <a:gridCol w="118753"/>
                <a:gridCol w="906932"/>
                <a:gridCol w="779364"/>
                <a:gridCol w="109744"/>
                <a:gridCol w="976859"/>
              </a:tblGrid>
              <a:tr h="3008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 </a:t>
                      </a:r>
                      <a:endParaRPr lang="en-US" sz="800" b="0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gradFill flip="none" rotWithShape="1">
                      <a:gsLst>
                        <a:gs pos="0">
                          <a:schemeClr val="accent1">
                            <a:tint val="2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tint val="2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tint val="20000"/>
                            <a:shade val="100000"/>
                            <a:satMod val="115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rgbClr val="0099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</a:tr>
              <a:tr h="300804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u="none" strike="noStrike" dirty="0" smtClean="0">
                          <a:effectLst/>
                        </a:rPr>
                        <a:t> </a:t>
                      </a:r>
                      <a:endParaRPr kumimoji="0" lang="en-US" sz="1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0099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For </a:t>
                      </a:r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new </a:t>
                      </a:r>
                      <a:r>
                        <a:rPr lang="en-US" sz="1400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Incidents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gradFill flip="none" rotWithShape="1">
                      <a:gsLst>
                        <a:gs pos="0">
                          <a:schemeClr val="accent1">
                            <a:tint val="2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tint val="2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tint val="20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</a:tr>
              <a:tr h="300804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rgbClr val="0099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05941">
                <a:tc gridSpan="7"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27511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39387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754439"/>
              </p:ext>
            </p:extLst>
          </p:nvPr>
        </p:nvGraphicFramePr>
        <p:xfrm>
          <a:off x="47504" y="2671949"/>
          <a:ext cx="1132126" cy="2428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2126"/>
              </a:tblGrid>
              <a:tr h="34439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 smtClean="0">
                          <a:solidFill>
                            <a:schemeClr val="tx2"/>
                          </a:solidFill>
                          <a:effectLst/>
                        </a:rPr>
                        <a:t>Transition </a:t>
                      </a:r>
                      <a:r>
                        <a:rPr lang="en-US" sz="800" u="none" strike="noStrike" dirty="0">
                          <a:solidFill>
                            <a:schemeClr val="tx2"/>
                          </a:solidFill>
                          <a:effectLst/>
                        </a:rPr>
                        <a:t>plan owner (Ops checklist)</a:t>
                      </a:r>
                      <a:endParaRPr lang="en-US" sz="800" b="0" i="0" u="none" strike="noStrike" dirty="0">
                        <a:solidFill>
                          <a:schemeClr val="tx2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79997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 smtClean="0">
                          <a:solidFill>
                            <a:schemeClr val="tx2"/>
                          </a:solidFill>
                          <a:effectLst/>
                        </a:rPr>
                        <a:t>Knowledge </a:t>
                      </a:r>
                      <a:r>
                        <a:rPr lang="en-US" sz="800" u="none" strike="noStrike" dirty="0">
                          <a:solidFill>
                            <a:schemeClr val="tx2"/>
                          </a:solidFill>
                          <a:effectLst/>
                        </a:rPr>
                        <a:t>transfer (as </a:t>
                      </a:r>
                      <a:r>
                        <a:rPr lang="en-US" sz="800" u="none" strike="noStrike" dirty="0" smtClean="0">
                          <a:solidFill>
                            <a:schemeClr val="tx2"/>
                          </a:solidFill>
                          <a:effectLst/>
                        </a:rPr>
                        <a:t>described </a:t>
                      </a:r>
                      <a:r>
                        <a:rPr lang="en-US" sz="800" u="none" strike="noStrike" dirty="0">
                          <a:solidFill>
                            <a:schemeClr val="tx2"/>
                          </a:solidFill>
                          <a:effectLst/>
                        </a:rPr>
                        <a:t>in checklist)</a:t>
                      </a:r>
                      <a:endParaRPr lang="en-US" sz="800" b="0" i="0" u="none" strike="noStrike" dirty="0">
                        <a:solidFill>
                          <a:schemeClr val="tx2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44384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 smtClean="0">
                          <a:solidFill>
                            <a:schemeClr val="tx2"/>
                          </a:solidFill>
                          <a:effectLst/>
                        </a:rPr>
                        <a:t>Securing </a:t>
                      </a:r>
                      <a:r>
                        <a:rPr lang="en-US" sz="800" u="none" strike="noStrike" dirty="0">
                          <a:solidFill>
                            <a:schemeClr val="tx2"/>
                          </a:solidFill>
                          <a:effectLst/>
                        </a:rPr>
                        <a:t>access </a:t>
                      </a:r>
                      <a:r>
                        <a:rPr lang="en-US" sz="800" u="none" strike="noStrike" dirty="0" smtClean="0">
                          <a:solidFill>
                            <a:schemeClr val="tx2"/>
                          </a:solidFill>
                          <a:effectLst/>
                        </a:rPr>
                        <a:t>to </a:t>
                      </a:r>
                      <a:r>
                        <a:rPr lang="en-US" sz="800" u="none" strike="noStrike" dirty="0">
                          <a:solidFill>
                            <a:schemeClr val="tx2"/>
                          </a:solidFill>
                          <a:effectLst/>
                        </a:rPr>
                        <a:t>Ops teams</a:t>
                      </a:r>
                      <a:endParaRPr lang="en-US" sz="800" b="0" i="0" u="none" strike="noStrike" dirty="0">
                        <a:solidFill>
                          <a:schemeClr val="tx2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453143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 dirty="0" smtClean="0">
                          <a:solidFill>
                            <a:schemeClr val="tx2"/>
                          </a:solidFill>
                          <a:effectLst/>
                        </a:rPr>
                        <a:t>Fixing </a:t>
                      </a:r>
                      <a:r>
                        <a:rPr lang="en-US" sz="800" u="none" strike="noStrike" dirty="0">
                          <a:solidFill>
                            <a:schemeClr val="tx2"/>
                          </a:solidFill>
                          <a:effectLst/>
                        </a:rPr>
                        <a:t>all project related issues detected before launch  </a:t>
                      </a:r>
                      <a:endParaRPr lang="en-US" sz="800" b="0" i="0" u="none" strike="noStrike" dirty="0">
                        <a:solidFill>
                          <a:schemeClr val="tx2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453143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 dirty="0" smtClean="0">
                          <a:solidFill>
                            <a:schemeClr val="tx2"/>
                          </a:solidFill>
                          <a:effectLst/>
                        </a:rPr>
                        <a:t>Transition </a:t>
                      </a:r>
                      <a:r>
                        <a:rPr lang="en-US" sz="800" u="none" strike="noStrike" dirty="0">
                          <a:solidFill>
                            <a:schemeClr val="tx2"/>
                          </a:solidFill>
                          <a:effectLst/>
                        </a:rPr>
                        <a:t>to Ops completed (obtain Ops </a:t>
                      </a:r>
                      <a:r>
                        <a:rPr lang="en-US" sz="800" u="none" strike="noStrike" dirty="0" smtClean="0">
                          <a:solidFill>
                            <a:schemeClr val="tx2"/>
                          </a:solidFill>
                          <a:effectLst/>
                        </a:rPr>
                        <a:t>Leads </a:t>
                      </a:r>
                      <a:r>
                        <a:rPr lang="en-US" sz="800" u="none" strike="noStrike" dirty="0">
                          <a:solidFill>
                            <a:schemeClr val="tx2"/>
                          </a:solidFill>
                          <a:effectLst/>
                        </a:rPr>
                        <a:t>sign-off)</a:t>
                      </a:r>
                      <a:endParaRPr lang="en-US" sz="800" b="0" i="0" u="none" strike="noStrike" dirty="0">
                        <a:solidFill>
                          <a:schemeClr val="tx2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453143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 smtClean="0">
                          <a:solidFill>
                            <a:schemeClr val="tx2"/>
                          </a:solidFill>
                          <a:effectLst/>
                        </a:rPr>
                        <a:t>Hypercare </a:t>
                      </a:r>
                      <a:r>
                        <a:rPr lang="en-US" sz="800" u="none" strike="noStrike" dirty="0">
                          <a:solidFill>
                            <a:schemeClr val="tx2"/>
                          </a:solidFill>
                          <a:effectLst/>
                        </a:rPr>
                        <a:t>completed (obtain Ops </a:t>
                      </a:r>
                      <a:r>
                        <a:rPr lang="en-US" sz="800" u="none" strike="noStrike" dirty="0" smtClean="0">
                          <a:solidFill>
                            <a:schemeClr val="tx2"/>
                          </a:solidFill>
                          <a:effectLst/>
                        </a:rPr>
                        <a:t>Leads </a:t>
                      </a:r>
                      <a:r>
                        <a:rPr lang="en-US" sz="800" u="none" strike="noStrike" dirty="0">
                          <a:solidFill>
                            <a:schemeClr val="tx2"/>
                          </a:solidFill>
                          <a:effectLst/>
                        </a:rPr>
                        <a:t>sign-off)</a:t>
                      </a:r>
                      <a:endParaRPr lang="en-US" sz="800" b="0" i="0" u="none" strike="noStrike" dirty="0">
                        <a:solidFill>
                          <a:schemeClr val="tx2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7505" y="5395352"/>
            <a:ext cx="1132126" cy="29688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ysClr val="windowText" lastClr="000000"/>
                </a:solidFill>
              </a:rPr>
              <a:t>Legend: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350868" y="5470560"/>
            <a:ext cx="1638793" cy="29688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Dev Team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350867" y="5915884"/>
            <a:ext cx="1638794" cy="29688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Project Team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350866" y="6361208"/>
            <a:ext cx="1638795" cy="296883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Operations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3751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50612" y="447464"/>
            <a:ext cx="8297457" cy="56193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 spc="70" baseline="0">
                <a:solidFill>
                  <a:srgbClr val="0099FF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dirty="0" smtClean="0"/>
              <a:t>Handover Process overview from ITD to Ops</a:t>
            </a:r>
            <a:endParaRPr lang="en-US" b="1" u="sng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186529397"/>
              </p:ext>
            </p:extLst>
          </p:nvPr>
        </p:nvGraphicFramePr>
        <p:xfrm>
          <a:off x="1279987" y="819399"/>
          <a:ext cx="7768993" cy="12469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Rectangle 5"/>
          <p:cNvSpPr/>
          <p:nvPr/>
        </p:nvSpPr>
        <p:spPr>
          <a:xfrm>
            <a:off x="1341912" y="1698171"/>
            <a:ext cx="6555179" cy="36813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ITD/Project Team</a:t>
            </a:r>
            <a:endParaRPr lang="en-US" sz="1400" b="1" dirty="0"/>
          </a:p>
        </p:txBody>
      </p:sp>
      <p:sp>
        <p:nvSpPr>
          <p:cNvPr id="8" name="Rectangle 7"/>
          <p:cNvSpPr/>
          <p:nvPr/>
        </p:nvSpPr>
        <p:spPr>
          <a:xfrm>
            <a:off x="7944591" y="1698171"/>
            <a:ext cx="1140031" cy="368135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Operations</a:t>
            </a:r>
            <a:endParaRPr lang="en-US" b="1" dirty="0"/>
          </a:p>
        </p:txBody>
      </p:sp>
      <p:sp>
        <p:nvSpPr>
          <p:cNvPr id="9" name="Rectangle 8"/>
          <p:cNvSpPr/>
          <p:nvPr/>
        </p:nvSpPr>
        <p:spPr>
          <a:xfrm>
            <a:off x="47504" y="1698171"/>
            <a:ext cx="1132126" cy="36813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Phase Owner</a:t>
            </a:r>
            <a:endParaRPr lang="en-US" sz="1400" b="1" dirty="0"/>
          </a:p>
        </p:txBody>
      </p:sp>
      <p:sp>
        <p:nvSpPr>
          <p:cNvPr id="10" name="Rectangle 9"/>
          <p:cNvSpPr/>
          <p:nvPr/>
        </p:nvSpPr>
        <p:spPr>
          <a:xfrm>
            <a:off x="47504" y="2256312"/>
            <a:ext cx="8900565" cy="32063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Incidents/Changes</a:t>
            </a:r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418745"/>
              </p:ext>
            </p:extLst>
          </p:nvPr>
        </p:nvGraphicFramePr>
        <p:xfrm>
          <a:off x="1318162" y="2683822"/>
          <a:ext cx="7629908" cy="26796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63940"/>
                <a:gridCol w="932984"/>
                <a:gridCol w="932984"/>
              </a:tblGrid>
              <a:tr h="3443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As agreed in Project Scope</a:t>
                      </a:r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 </a:t>
                      </a:r>
                      <a:endParaRPr lang="en-US" sz="800" b="0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rgbClr val="0099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u="none" strike="noStrike" dirty="0" smtClean="0">
                          <a:effectLst/>
                        </a:rPr>
                        <a:t> </a:t>
                      </a: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Ops Ticketing System</a:t>
                      </a:r>
                      <a:endParaRPr kumimoji="0" lang="en-US" sz="1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  <a:p>
                      <a:pPr algn="l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1521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 </a:t>
                      </a:r>
                      <a:r>
                        <a:rPr lang="en-US" sz="1400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As agreed in Project Scope</a:t>
                      </a:r>
                      <a:r>
                        <a:rPr lang="en-US" sz="1400" u="none" strike="noStrike" dirty="0" smtClean="0">
                          <a:effectLst/>
                        </a:rPr>
                        <a:t> </a:t>
                      </a:r>
                      <a:endParaRPr kumimoji="0" lang="en-US" sz="1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0099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Regular Ops SLAs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5626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 agreed in Project Scope</a:t>
                      </a: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800" u="none" strike="noStrike" dirty="0" smtClean="0">
                          <a:effectLst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rgbClr val="00B050"/>
                    </a:solidFill>
                  </a:tcPr>
                </a:tc>
              </a:tr>
              <a:tr h="439387"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75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Ops (With Project team support)</a:t>
                      </a:r>
                      <a:r>
                        <a:rPr lang="en-US" sz="1050" u="none" strike="noStrike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US" sz="1050" b="0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</a:tr>
              <a:tr h="4393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u="none" strike="noStrike" dirty="0" smtClean="0">
                          <a:effectLst/>
                        </a:rPr>
                        <a:t> </a:t>
                      </a:r>
                      <a:r>
                        <a:rPr kumimoji="0" lang="en-US" sz="10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Ops (With Project team support)</a:t>
                      </a:r>
                      <a:r>
                        <a:rPr kumimoji="0" 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965923"/>
              </p:ext>
            </p:extLst>
          </p:nvPr>
        </p:nvGraphicFramePr>
        <p:xfrm>
          <a:off x="47504" y="2671949"/>
          <a:ext cx="1132126" cy="27075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2126"/>
              </a:tblGrid>
              <a:tr h="361542"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800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Defects </a:t>
                      </a:r>
                      <a:r>
                        <a:rPr lang="en-US" sz="80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en-US" sz="800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Incidents </a:t>
                      </a:r>
                      <a:r>
                        <a:rPr lang="en-US" sz="80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en-US" sz="800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Change </a:t>
                      </a:r>
                      <a:r>
                        <a:rPr lang="en-US" sz="80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requests tracking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66082"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80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SLAs for resolution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61542"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80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r>
                        <a:rPr lang="en-US" sz="800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wnership </a:t>
                      </a:r>
                      <a:r>
                        <a:rPr lang="en-US" sz="80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 communication for incidents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436549"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80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r>
                        <a:rPr lang="en-US" sz="800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egular </a:t>
                      </a:r>
                      <a:r>
                        <a:rPr lang="en-US" sz="80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  <a:r>
                        <a:rPr lang="en-US" sz="800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ypercare </a:t>
                      </a:r>
                      <a:r>
                        <a:rPr lang="en-US" sz="80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reports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584356"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80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r>
                        <a:rPr lang="en-US" sz="800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wnership </a:t>
                      </a:r>
                      <a:r>
                        <a:rPr lang="en-US" sz="80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 new defects (depends on detection phase)</a:t>
                      </a:r>
                    </a:p>
                  </a:txBody>
                  <a:tcPr marL="9525" marR="9525" marT="9525" marB="0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570016"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80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r>
                        <a:rPr lang="en-US" sz="800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wnership </a:t>
                      </a:r>
                      <a:r>
                        <a:rPr lang="en-US" sz="80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 M&amp;O changes</a:t>
                      </a:r>
                    </a:p>
                  </a:txBody>
                  <a:tcPr marL="9525" marR="9525" marT="9525" marB="0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7505" y="5395352"/>
            <a:ext cx="1132126" cy="29688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ysClr val="windowText" lastClr="000000"/>
                </a:solidFill>
              </a:rPr>
              <a:t>Legend: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350868" y="5470560"/>
            <a:ext cx="1638793" cy="29688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Dev Team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350867" y="5915884"/>
            <a:ext cx="1638794" cy="29688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Project Team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350866" y="6361208"/>
            <a:ext cx="1638795" cy="296883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Operations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3751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50612" y="447464"/>
            <a:ext cx="8297457" cy="56193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 spc="70" baseline="0">
                <a:solidFill>
                  <a:srgbClr val="0099FF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dirty="0" smtClean="0"/>
              <a:t>Handover Process overview from ITD to Ops</a:t>
            </a:r>
            <a:endParaRPr lang="en-US" b="1" u="sng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382700288"/>
              </p:ext>
            </p:extLst>
          </p:nvPr>
        </p:nvGraphicFramePr>
        <p:xfrm>
          <a:off x="1279987" y="819399"/>
          <a:ext cx="7768993" cy="12469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Rectangle 5"/>
          <p:cNvSpPr/>
          <p:nvPr/>
        </p:nvSpPr>
        <p:spPr>
          <a:xfrm>
            <a:off x="1341912" y="1698171"/>
            <a:ext cx="6555179" cy="36813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ITD/Project Team</a:t>
            </a:r>
            <a:endParaRPr lang="en-US" sz="1400" b="1" dirty="0"/>
          </a:p>
        </p:txBody>
      </p:sp>
      <p:sp>
        <p:nvSpPr>
          <p:cNvPr id="8" name="Rectangle 7"/>
          <p:cNvSpPr/>
          <p:nvPr/>
        </p:nvSpPr>
        <p:spPr>
          <a:xfrm>
            <a:off x="7944591" y="1698171"/>
            <a:ext cx="1140031" cy="368135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Operations</a:t>
            </a:r>
            <a:endParaRPr lang="en-US" b="1" dirty="0"/>
          </a:p>
        </p:txBody>
      </p:sp>
      <p:sp>
        <p:nvSpPr>
          <p:cNvPr id="9" name="Rectangle 8"/>
          <p:cNvSpPr/>
          <p:nvPr/>
        </p:nvSpPr>
        <p:spPr>
          <a:xfrm>
            <a:off x="47504" y="1698171"/>
            <a:ext cx="1132126" cy="36813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Phase Owner</a:t>
            </a:r>
            <a:endParaRPr lang="en-US" sz="1400" b="1" dirty="0"/>
          </a:p>
        </p:txBody>
      </p:sp>
      <p:sp>
        <p:nvSpPr>
          <p:cNvPr id="10" name="Rectangle 9"/>
          <p:cNvSpPr/>
          <p:nvPr/>
        </p:nvSpPr>
        <p:spPr>
          <a:xfrm>
            <a:off x="47504" y="2256312"/>
            <a:ext cx="8900565" cy="32063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Support</a:t>
            </a:r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7988278"/>
              </p:ext>
            </p:extLst>
          </p:nvPr>
        </p:nvGraphicFramePr>
        <p:xfrm>
          <a:off x="1318161" y="2683824"/>
          <a:ext cx="7629909" cy="16697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06982"/>
                <a:gridCol w="1856960"/>
                <a:gridCol w="889108"/>
                <a:gridCol w="976859"/>
              </a:tblGrid>
              <a:tr h="328871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 </a:t>
                      </a:r>
                      <a:endParaRPr lang="en-US" sz="800" b="0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0099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rgbClr val="0099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 </a:t>
                      </a:r>
                      <a:r>
                        <a:rPr lang="en-US" sz="1100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Ops</a:t>
                      </a:r>
                      <a:r>
                        <a:rPr lang="en-US" sz="1100" u="none" strike="noStrike" baseline="0" dirty="0" smtClean="0">
                          <a:solidFill>
                            <a:schemeClr val="bg1"/>
                          </a:solidFill>
                          <a:effectLst/>
                        </a:rPr>
                        <a:t> Regular support in place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rgbClr val="00B050"/>
                    </a:solidFill>
                  </a:tcPr>
                </a:tc>
              </a:tr>
              <a:tr h="3288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0099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Ops Specialists</a:t>
                      </a:r>
                      <a:endParaRPr 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  <a:p>
                      <a:pPr algn="l" fontAlgn="ctr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</a:tr>
              <a:tr h="45883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rgbClr val="0099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rgbClr val="0099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Tech agency Ops Team</a:t>
                      </a:r>
                      <a:endParaRPr kumimoji="0" lang="en-US" sz="11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  <a:p>
                      <a:pPr algn="ctr" fontAlgn="ctr"/>
                      <a:r>
                        <a:rPr lang="en-US" sz="600" u="none" strike="noStrike" dirty="0" smtClean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53149">
                <a:tc gridSpan="2"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379702"/>
              </p:ext>
            </p:extLst>
          </p:nvPr>
        </p:nvGraphicFramePr>
        <p:xfrm>
          <a:off x="47504" y="2671949"/>
          <a:ext cx="1132126" cy="17100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2126"/>
              </a:tblGrid>
              <a:tr h="328433"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80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en-US" sz="800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upport </a:t>
                      </a:r>
                      <a:r>
                        <a:rPr lang="en-US" sz="80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hours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17082"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800" u="none" strike="noStrike" kern="120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1st / 2nd level of support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441667"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800" u="none" strike="noStrike" kern="120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3rd level of support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622864"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80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en-US" sz="800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xtended </a:t>
                      </a:r>
                      <a:r>
                        <a:rPr lang="en-US" sz="80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3rd level of support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7505" y="4908477"/>
            <a:ext cx="1132126" cy="29688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ysClr val="windowText" lastClr="000000"/>
                </a:solidFill>
              </a:rPr>
              <a:t>Legend: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350868" y="4983685"/>
            <a:ext cx="1638793" cy="29688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Dev Team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350867" y="5429009"/>
            <a:ext cx="1638794" cy="29688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Project Team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350866" y="5874333"/>
            <a:ext cx="1638795" cy="296883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Operations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3751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50612" y="447464"/>
            <a:ext cx="8297457" cy="56193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 spc="70" baseline="0">
                <a:solidFill>
                  <a:srgbClr val="0099FF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dirty="0" smtClean="0"/>
              <a:t>Handover Process overview from ITD to Ops</a:t>
            </a:r>
            <a:endParaRPr lang="en-US" b="1" u="sng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513673683"/>
              </p:ext>
            </p:extLst>
          </p:nvPr>
        </p:nvGraphicFramePr>
        <p:xfrm>
          <a:off x="1279987" y="819399"/>
          <a:ext cx="7768993" cy="12469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Rectangle 5"/>
          <p:cNvSpPr/>
          <p:nvPr/>
        </p:nvSpPr>
        <p:spPr>
          <a:xfrm>
            <a:off x="1341912" y="1698171"/>
            <a:ext cx="6555179" cy="36813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ITD/Project Team</a:t>
            </a:r>
            <a:endParaRPr lang="en-US" sz="1400" b="1" dirty="0"/>
          </a:p>
        </p:txBody>
      </p:sp>
      <p:sp>
        <p:nvSpPr>
          <p:cNvPr id="8" name="Rectangle 7"/>
          <p:cNvSpPr/>
          <p:nvPr/>
        </p:nvSpPr>
        <p:spPr>
          <a:xfrm>
            <a:off x="7944591" y="1698171"/>
            <a:ext cx="1140031" cy="368135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Operations</a:t>
            </a:r>
            <a:endParaRPr lang="en-US" b="1" dirty="0"/>
          </a:p>
        </p:txBody>
      </p:sp>
      <p:sp>
        <p:nvSpPr>
          <p:cNvPr id="9" name="Rectangle 8"/>
          <p:cNvSpPr/>
          <p:nvPr/>
        </p:nvSpPr>
        <p:spPr>
          <a:xfrm>
            <a:off x="47504" y="1698171"/>
            <a:ext cx="1132126" cy="36813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Phase Owner</a:t>
            </a:r>
            <a:endParaRPr lang="en-US" sz="1400" b="1" dirty="0"/>
          </a:p>
        </p:txBody>
      </p:sp>
      <p:sp>
        <p:nvSpPr>
          <p:cNvPr id="10" name="Rectangle 9"/>
          <p:cNvSpPr/>
          <p:nvPr/>
        </p:nvSpPr>
        <p:spPr>
          <a:xfrm>
            <a:off x="47504" y="2256312"/>
            <a:ext cx="8900565" cy="32063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Reporting</a:t>
            </a:r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871518"/>
              </p:ext>
            </p:extLst>
          </p:nvPr>
        </p:nvGraphicFramePr>
        <p:xfrm>
          <a:off x="1318162" y="2683822"/>
          <a:ext cx="7629909" cy="23941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63941"/>
                <a:gridCol w="889109"/>
                <a:gridCol w="976859"/>
              </a:tblGrid>
              <a:tr h="300804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 </a:t>
                      </a:r>
                      <a:endParaRPr lang="en-US" sz="800" b="0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0099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</a:tr>
              <a:tr h="30080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u="none" strike="noStrike" dirty="0" smtClean="0">
                          <a:effectLst/>
                        </a:rPr>
                        <a:t> </a:t>
                      </a:r>
                      <a:endParaRPr kumimoji="0" lang="en-US" sz="1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</a:tr>
              <a:tr h="41967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505941"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275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393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 </a:t>
                      </a:r>
                      <a:r>
                        <a:rPr lang="en-US" sz="1100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Only</a:t>
                      </a:r>
                      <a:r>
                        <a:rPr lang="en-US" sz="1100" u="none" strike="noStrike" baseline="0" dirty="0" smtClean="0">
                          <a:solidFill>
                            <a:schemeClr val="bg1"/>
                          </a:solidFill>
                          <a:effectLst/>
                        </a:rPr>
                        <a:t> if QD is reported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8382666"/>
              </p:ext>
            </p:extLst>
          </p:nvPr>
        </p:nvGraphicFramePr>
        <p:xfrm>
          <a:off x="47504" y="2671949"/>
          <a:ext cx="1132126" cy="2428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2126"/>
              </a:tblGrid>
              <a:tr h="344398"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800" u="none" strike="noStrike" kern="1200" dirty="0" err="1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QoD</a:t>
                      </a:r>
                      <a:r>
                        <a:rPr lang="en-US" sz="80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(incl. quality of product)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79997"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800" u="none" strike="noStrike" kern="120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Ops QD score calculation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44384"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800" u="none" strike="noStrike" kern="120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Reporting of QD scores for new launches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453143"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800" u="none" strike="noStrike" kern="120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Reporting of QD scores for project for existing sites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453143"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80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Apps Health scores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453143"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80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#SI calculation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7505" y="5395352"/>
            <a:ext cx="1132126" cy="29688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ysClr val="windowText" lastClr="000000"/>
                </a:solidFill>
              </a:rPr>
              <a:t>Legend: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350868" y="5470560"/>
            <a:ext cx="1638793" cy="29688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Dev Team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350867" y="5915884"/>
            <a:ext cx="1638794" cy="29688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Project Team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350866" y="6361208"/>
            <a:ext cx="1638795" cy="296883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Operations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3751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50612" y="447464"/>
            <a:ext cx="8297457" cy="56193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 spc="70" baseline="0">
                <a:solidFill>
                  <a:srgbClr val="0099FF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dirty="0" smtClean="0"/>
              <a:t>Handover process checklist from ITD to Ops</a:t>
            </a:r>
            <a:endParaRPr lang="en-US" b="1" u="sng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5686266"/>
              </p:ext>
            </p:extLst>
          </p:nvPr>
        </p:nvGraphicFramePr>
        <p:xfrm>
          <a:off x="4114800" y="3043238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" name="Worksheet" showAsIcon="1" r:id="rId5" imgW="914400" imgH="771480" progId="Excel.Sheet.12">
                  <p:embed/>
                </p:oleObj>
              </mc:Choice>
              <mc:Fallback>
                <p:oleObj name="Worksheet" showAsIcon="1" r:id="rId5" imgW="914400" imgH="7714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14800" y="3043238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967414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summary notes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itchFamily="34" charset="0"/>
              <a:buChar char="•"/>
            </a:pPr>
            <a:r>
              <a:rPr lang="pl-PL" dirty="0" smtClean="0"/>
              <a:t>Ops</a:t>
            </a:r>
            <a:r>
              <a:rPr lang="en-US" dirty="0" smtClean="0"/>
              <a:t> team</a:t>
            </a:r>
            <a:r>
              <a:rPr lang="pl-PL" dirty="0" smtClean="0"/>
              <a:t> is responsible for quality of service for new project starting from 1st day after launch</a:t>
            </a:r>
          </a:p>
          <a:p>
            <a:pPr>
              <a:buFont typeface="Arial" pitchFamily="34" charset="0"/>
              <a:buChar char="•"/>
            </a:pPr>
            <a:r>
              <a:rPr lang="pl-PL" dirty="0" smtClean="0"/>
              <a:t>Project (Dev Specialist) is </a:t>
            </a:r>
            <a:r>
              <a:rPr lang="en-US" dirty="0" smtClean="0"/>
              <a:t>accountable </a:t>
            </a:r>
            <a:r>
              <a:rPr lang="pl-PL" dirty="0" smtClean="0"/>
              <a:t>for quality preparing of new service for Operations</a:t>
            </a:r>
            <a:r>
              <a:rPr lang="en-US" dirty="0" smtClean="0"/>
              <a:t>. But collaboratively to be worked with Project team.</a:t>
            </a:r>
            <a:endParaRPr lang="pl-PL" dirty="0" smtClean="0"/>
          </a:p>
          <a:p>
            <a:pPr>
              <a:buFont typeface="Arial" pitchFamily="34" charset="0"/>
              <a:buChar char="•"/>
            </a:pPr>
            <a:r>
              <a:rPr lang="pl-PL" dirty="0" smtClean="0"/>
              <a:t>Ops Specialist must be engaged n</a:t>
            </a:r>
            <a:r>
              <a:rPr lang="en-US" dirty="0" smtClean="0"/>
              <a:t>o </a:t>
            </a:r>
            <a:r>
              <a:rPr lang="en-US" dirty="0"/>
              <a:t>later than </a:t>
            </a:r>
            <a:r>
              <a:rPr lang="pl-PL" dirty="0" smtClean="0"/>
              <a:t>before </a:t>
            </a:r>
            <a:r>
              <a:rPr lang="en-US" dirty="0" smtClean="0"/>
              <a:t>SIT ends </a:t>
            </a:r>
            <a:r>
              <a:rPr lang="pl-PL" dirty="0" smtClean="0"/>
              <a:t>OR</a:t>
            </a:r>
            <a:r>
              <a:rPr lang="en-US" dirty="0" smtClean="0"/>
              <a:t> </a:t>
            </a:r>
            <a:r>
              <a:rPr lang="en-US" dirty="0"/>
              <a:t>10WD before launch – whatever comes </a:t>
            </a:r>
            <a:r>
              <a:rPr lang="en-US" dirty="0" smtClean="0"/>
              <a:t>first</a:t>
            </a:r>
            <a:endParaRPr lang="pl-PL" dirty="0" smtClean="0"/>
          </a:p>
          <a:p>
            <a:pPr>
              <a:buFont typeface="Arial" pitchFamily="34" charset="0"/>
              <a:buChar char="•"/>
            </a:pPr>
            <a:r>
              <a:rPr lang="pl-PL" dirty="0" smtClean="0"/>
              <a:t>New site should be fully configured in all Ops tools</a:t>
            </a:r>
            <a:r>
              <a:rPr lang="en-US" dirty="0" smtClean="0"/>
              <a:t> (as mentioned in the checklist)</a:t>
            </a:r>
            <a:r>
              <a:rPr lang="pl-PL" dirty="0" smtClean="0"/>
              <a:t> and in EZ no</a:t>
            </a:r>
            <a:r>
              <a:rPr lang="en-US" dirty="0" smtClean="0"/>
              <a:t> </a:t>
            </a:r>
            <a:r>
              <a:rPr lang="pl-PL" dirty="0" smtClean="0"/>
              <a:t>later than 2 WD after launch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108500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Next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 smtClean="0"/>
              <a:t>Start using the process </a:t>
            </a:r>
            <a:r>
              <a:rPr lang="pl-PL" dirty="0"/>
              <a:t>e</a:t>
            </a:r>
            <a:r>
              <a:rPr lang="en-US" dirty="0" err="1" smtClean="0"/>
              <a:t>ffective</a:t>
            </a:r>
            <a:r>
              <a:rPr lang="en-US" dirty="0" smtClean="0"/>
              <a:t> 1</a:t>
            </a:r>
            <a:r>
              <a:rPr lang="en-US" baseline="30000" dirty="0" smtClean="0"/>
              <a:t>st</a:t>
            </a:r>
            <a:r>
              <a:rPr lang="en-US" dirty="0" smtClean="0"/>
              <a:t> July.</a:t>
            </a:r>
          </a:p>
          <a:p>
            <a:pPr>
              <a:buFontTx/>
              <a:buChar char="-"/>
            </a:pPr>
            <a:r>
              <a:rPr lang="en-US" dirty="0" smtClean="0"/>
              <a:t>Feedback from Ops and </a:t>
            </a:r>
            <a:r>
              <a:rPr lang="en-US" dirty="0" err="1" smtClean="0"/>
              <a:t>Dev</a:t>
            </a:r>
            <a:r>
              <a:rPr lang="en-US" dirty="0" smtClean="0"/>
              <a:t> Team on a weekly basis to the Ops Leads as what is working and what is not by </a:t>
            </a:r>
            <a:r>
              <a:rPr lang="pl-PL" dirty="0" smtClean="0"/>
              <a:t>e</a:t>
            </a:r>
            <a:r>
              <a:rPr lang="en-US" dirty="0" smtClean="0"/>
              <a:t>mails.</a:t>
            </a:r>
          </a:p>
          <a:p>
            <a:pPr>
              <a:buFontTx/>
              <a:buChar char="-"/>
            </a:pPr>
            <a:r>
              <a:rPr lang="en-US" dirty="0" smtClean="0"/>
              <a:t>Review calls Bi-weekly with Ops Managers.</a:t>
            </a:r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80051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teamspace.pg.com/sites/GBScommandreputation/Templates/Selling%20Line/GBS_logo_transform_tag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05110" y="3428657"/>
            <a:ext cx="5739899" cy="838039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8214528" y="6295292"/>
            <a:ext cx="929472" cy="56270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BS_4x3_PPT_V3">
  <a:themeElements>
    <a:clrScheme name="GBS_2011">
      <a:dk1>
        <a:srgbClr val="0099FF"/>
      </a:dk1>
      <a:lt1>
        <a:sysClr val="window" lastClr="FFFFFF"/>
      </a:lt1>
      <a:dk2>
        <a:srgbClr val="000000"/>
      </a:dk2>
      <a:lt2>
        <a:srgbClr val="BEF0EF"/>
      </a:lt2>
      <a:accent1>
        <a:srgbClr val="0099FF"/>
      </a:accent1>
      <a:accent2>
        <a:srgbClr val="BEF0EF"/>
      </a:accent2>
      <a:accent3>
        <a:srgbClr val="7F7F7F"/>
      </a:accent3>
      <a:accent4>
        <a:srgbClr val="CCCCCC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BS_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Unknown Document Type" ma:contentTypeID="0x010104" ma:contentTypeVersion="0" ma:contentTypeDescription="" ma:contentTypeScope="" ma:versionID="7a63ae98c9331042c85a0ce3caf3b722">
  <xsd:schema xmlns:xsd="http://www.w3.org/2001/XMLSchema" xmlns:p="http://schemas.microsoft.com/office/2006/metadata/properties" targetNamespace="http://schemas.microsoft.com/office/2006/metadata/properties" ma:root="true" ma:fieldsID="643ad641ad674e858ec36190b61f65cd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FCC1E7B5-D201-4E8A-AE3F-DEC4CD4A905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38E8BD56-352A-4D69-8298-7CA25290513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AFED13B-4FA7-41D7-9DBA-0E68A01AF26B}">
  <ds:schemaRefs>
    <ds:schemaRef ds:uri="http://schemas.microsoft.com/office/2006/metadata/properties"/>
    <ds:schemaRef ds:uri="http://www.w3.org/XML/1998/namespace"/>
    <ds:schemaRef ds:uri="http://purl.org/dc/terms/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1004</Words>
  <Application>Microsoft Office PowerPoint</Application>
  <PresentationFormat>On-screen Show (4:3)</PresentationFormat>
  <Paragraphs>229</Paragraphs>
  <Slides>14</Slides>
  <Notes>9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GBS_4x3_PPT_V3</vt:lpstr>
      <vt:lpstr>Worksheet</vt:lpstr>
      <vt:lpstr>Handover Process overview from ITD to Ops  Release Management for ITD base projects</vt:lpstr>
      <vt:lpstr>PowerPoint Presentation</vt:lpstr>
      <vt:lpstr>Definition and Process in brief</vt:lpstr>
      <vt:lpstr>Definition and Process in brief (Cont)</vt:lpstr>
      <vt:lpstr>M&amp;O changes</vt:lpstr>
      <vt:lpstr>Release Management process for ITD base projects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summary notes</vt:lpstr>
      <vt:lpstr>Next steps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1CP - DP Ops Incident Management</dc:title>
  <dc:subject>Problem Management</dc:subject>
  <dc:creator/>
  <cp:lastModifiedBy/>
  <cp:revision>1</cp:revision>
  <dcterms:created xsi:type="dcterms:W3CDTF">2013-03-14T18:20:43Z</dcterms:created>
  <dcterms:modified xsi:type="dcterms:W3CDTF">2013-06-30T01:43:44Z</dcterms:modified>
</cp:coreProperties>
</file>